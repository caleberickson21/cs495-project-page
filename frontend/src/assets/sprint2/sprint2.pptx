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62" r:id="rId4"/>
    <p:sldId id="259" r:id="rId5"/>
    <p:sldId id="260" r:id="rId6"/>
    <p:sldId id="275" r:id="rId7"/>
    <p:sldId id="263" r:id="rId8"/>
    <p:sldId id="265" r:id="rId9"/>
    <p:sldId id="277" r:id="rId10"/>
    <p:sldId id="273" r:id="rId11"/>
    <p:sldId id="261" r:id="rId12"/>
    <p:sldId id="264" r:id="rId13"/>
    <p:sldId id="266" r:id="rId14"/>
    <p:sldId id="272" r:id="rId15"/>
    <p:sldId id="274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82990-DFBA-44F4-AAE8-B64779D9C3E3}" v="2" dt="2026-04-21T03:32:36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47AD230-6741-4235-0E7F-21FA5875F95B}"/>
    <pc:docChg chg="addSld modSld">
      <pc:chgData name="Guest User" userId="" providerId="Windows Live" clId="Web-{447AD230-6741-4235-0E7F-21FA5875F95B}" dt="2026-03-24T17:49:25.470" v="580" actId="1076"/>
      <pc:docMkLst>
        <pc:docMk/>
      </pc:docMkLst>
      <pc:sldChg chg="modSp">
        <pc:chgData name="Guest User" userId="" providerId="Windows Live" clId="Web-{447AD230-6741-4235-0E7F-21FA5875F95B}" dt="2026-03-24T16:55:52.906" v="359" actId="20577"/>
        <pc:sldMkLst>
          <pc:docMk/>
          <pc:sldMk cId="471586224" sldId="259"/>
        </pc:sldMkLst>
        <pc:spChg chg="mod">
          <ac:chgData name="Guest User" userId="" providerId="Windows Live" clId="Web-{447AD230-6741-4235-0E7F-21FA5875F95B}" dt="2026-03-24T16:55:52.906" v="359" actId="20577"/>
          <ac:spMkLst>
            <pc:docMk/>
            <pc:sldMk cId="471586224" sldId="259"/>
            <ac:spMk id="3" creationId="{16EDC2C1-1949-9348-5D0C-2B139410CA6A}"/>
          </ac:spMkLst>
        </pc:spChg>
      </pc:sldChg>
      <pc:sldChg chg="modSp">
        <pc:chgData name="Guest User" userId="" providerId="Windows Live" clId="Web-{447AD230-6741-4235-0E7F-21FA5875F95B}" dt="2026-03-24T16:47:37.094" v="309" actId="20577"/>
        <pc:sldMkLst>
          <pc:docMk/>
          <pc:sldMk cId="3088844117" sldId="260"/>
        </pc:sldMkLst>
        <pc:spChg chg="mod">
          <ac:chgData name="Guest User" userId="" providerId="Windows Live" clId="Web-{447AD230-6741-4235-0E7F-21FA5875F95B}" dt="2026-03-24T16:47:26.735" v="307" actId="1076"/>
          <ac:spMkLst>
            <pc:docMk/>
            <pc:sldMk cId="3088844117" sldId="260"/>
            <ac:spMk id="2" creationId="{24807B8C-E702-54B4-FDCC-6410CCD147A3}"/>
          </ac:spMkLst>
        </pc:spChg>
        <pc:spChg chg="mod">
          <ac:chgData name="Guest User" userId="" providerId="Windows Live" clId="Web-{447AD230-6741-4235-0E7F-21FA5875F95B}" dt="2026-03-24T16:47:37.094" v="309" actId="20577"/>
          <ac:spMkLst>
            <pc:docMk/>
            <pc:sldMk cId="3088844117" sldId="260"/>
            <ac:spMk id="3" creationId="{3CCF5EE4-1AF7-BB09-8748-6AAF7C213260}"/>
          </ac:spMkLst>
        </pc:spChg>
      </pc:sldChg>
      <pc:sldChg chg="modSp">
        <pc:chgData name="Guest User" userId="" providerId="Windows Live" clId="Web-{447AD230-6741-4235-0E7F-21FA5875F95B}" dt="2026-03-24T16:43:47.281" v="220" actId="20577"/>
        <pc:sldMkLst>
          <pc:docMk/>
          <pc:sldMk cId="880555040" sldId="261"/>
        </pc:sldMkLst>
        <pc:spChg chg="mod">
          <ac:chgData name="Guest User" userId="" providerId="Windows Live" clId="Web-{447AD230-6741-4235-0E7F-21FA5875F95B}" dt="2026-03-24T16:43:47.281" v="220" actId="20577"/>
          <ac:spMkLst>
            <pc:docMk/>
            <pc:sldMk cId="880555040" sldId="261"/>
            <ac:spMk id="3" creationId="{F30F8323-8C95-05DE-1FCA-625573360D72}"/>
          </ac:spMkLst>
        </pc:spChg>
      </pc:sldChg>
      <pc:sldChg chg="modSp">
        <pc:chgData name="Guest User" userId="" providerId="Windows Live" clId="Web-{447AD230-6741-4235-0E7F-21FA5875F95B}" dt="2026-03-24T16:56:25.860" v="361" actId="20577"/>
        <pc:sldMkLst>
          <pc:docMk/>
          <pc:sldMk cId="698386490" sldId="262"/>
        </pc:sldMkLst>
        <pc:spChg chg="mod">
          <ac:chgData name="Guest User" userId="" providerId="Windows Live" clId="Web-{447AD230-6741-4235-0E7F-21FA5875F95B}" dt="2026-03-24T16:40:40.933" v="8" actId="1076"/>
          <ac:spMkLst>
            <pc:docMk/>
            <pc:sldMk cId="698386490" sldId="262"/>
            <ac:spMk id="2" creationId="{28B3D334-6B27-1459-A1DB-ACE9DBE420C0}"/>
          </ac:spMkLst>
        </pc:spChg>
        <pc:spChg chg="mod">
          <ac:chgData name="Guest User" userId="" providerId="Windows Live" clId="Web-{447AD230-6741-4235-0E7F-21FA5875F95B}" dt="2026-03-24T16:56:25.860" v="361" actId="20577"/>
          <ac:spMkLst>
            <pc:docMk/>
            <pc:sldMk cId="698386490" sldId="262"/>
            <ac:spMk id="3" creationId="{07933A8D-13EB-78E0-5C86-25BEBC7BA1A1}"/>
          </ac:spMkLst>
        </pc:spChg>
      </pc:sldChg>
      <pc:sldChg chg="modSp">
        <pc:chgData name="Guest User" userId="" providerId="Windows Live" clId="Web-{447AD230-6741-4235-0E7F-21FA5875F95B}" dt="2026-03-24T17:46:34.852" v="552" actId="20577"/>
        <pc:sldMkLst>
          <pc:docMk/>
          <pc:sldMk cId="2079201091" sldId="265"/>
        </pc:sldMkLst>
        <pc:spChg chg="mod">
          <ac:chgData name="Guest User" userId="" providerId="Windows Live" clId="Web-{447AD230-6741-4235-0E7F-21FA5875F95B}" dt="2026-03-24T17:43:01.140" v="366" actId="20577"/>
          <ac:spMkLst>
            <pc:docMk/>
            <pc:sldMk cId="2079201091" sldId="265"/>
            <ac:spMk id="2" creationId="{831FF4AB-8584-6B77-48CD-472A0BEB05DA}"/>
          </ac:spMkLst>
        </pc:spChg>
        <pc:graphicFrameChg chg="modGraphic">
          <ac:chgData name="Guest User" userId="" providerId="Windows Live" clId="Web-{447AD230-6741-4235-0E7F-21FA5875F95B}" dt="2026-03-24T17:46:34.852" v="552" actId="20577"/>
          <ac:graphicFrameMkLst>
            <pc:docMk/>
            <pc:sldMk cId="2079201091" sldId="265"/>
            <ac:graphicFrameMk id="5" creationId="{89409AE6-BF31-CF71-13B8-1E1EB8163665}"/>
          </ac:graphicFrameMkLst>
        </pc:graphicFrameChg>
      </pc:sldChg>
      <pc:sldChg chg="modSp">
        <pc:chgData name="Guest User" userId="" providerId="Windows Live" clId="Web-{447AD230-6741-4235-0E7F-21FA5875F95B}" dt="2026-03-24T16:44:06.205" v="224" actId="20577"/>
        <pc:sldMkLst>
          <pc:docMk/>
          <pc:sldMk cId="3854206600" sldId="273"/>
        </pc:sldMkLst>
        <pc:spChg chg="mod">
          <ac:chgData name="Guest User" userId="" providerId="Windows Live" clId="Web-{447AD230-6741-4235-0E7F-21FA5875F95B}" dt="2026-03-24T16:44:06.205" v="224" actId="20577"/>
          <ac:spMkLst>
            <pc:docMk/>
            <pc:sldMk cId="3854206600" sldId="273"/>
            <ac:spMk id="3" creationId="{781989F5-3912-29EE-9ADA-779E216DAD9A}"/>
          </ac:spMkLst>
        </pc:spChg>
      </pc:sldChg>
      <pc:sldChg chg="addSp delSp modSp new">
        <pc:chgData name="Guest User" userId="" providerId="Windows Live" clId="Web-{447AD230-6741-4235-0E7F-21FA5875F95B}" dt="2026-03-24T17:49:25.470" v="580" actId="1076"/>
        <pc:sldMkLst>
          <pc:docMk/>
          <pc:sldMk cId="3235100537" sldId="276"/>
        </pc:sldMkLst>
        <pc:spChg chg="mod">
          <ac:chgData name="Guest User" userId="" providerId="Windows Live" clId="Web-{447AD230-6741-4235-0E7F-21FA5875F95B}" dt="2026-03-24T17:48:26.702" v="560" actId="20577"/>
          <ac:spMkLst>
            <pc:docMk/>
            <pc:sldMk cId="3235100537" sldId="276"/>
            <ac:spMk id="2" creationId="{B1B9F56A-7705-A500-19BD-F60FB55DC01B}"/>
          </ac:spMkLst>
        </pc:spChg>
        <pc:picChg chg="add mod ord modCrop">
          <ac:chgData name="Guest User" userId="" providerId="Windows Live" clId="Web-{447AD230-6741-4235-0E7F-21FA5875F95B}" dt="2026-03-24T17:49:00.515" v="565" actId="1076"/>
          <ac:picMkLst>
            <pc:docMk/>
            <pc:sldMk cId="3235100537" sldId="276"/>
            <ac:picMk id="4" creationId="{D795F7E6-984A-086C-3D79-54ED913069C6}"/>
          </ac:picMkLst>
        </pc:picChg>
      </pc:sldChg>
    </pc:docChg>
  </pc:docChgLst>
  <pc:docChgLst>
    <pc:chgData name="Donald Chanthirath" userId="db24e93f5e806868" providerId="Windows Live" clId="Web-{67B5E954-8DC4-C6FC-8DC7-D4E8DBA16AA1}"/>
    <pc:docChg chg="modSld">
      <pc:chgData name="Donald Chanthirath" userId="db24e93f5e806868" providerId="Windows Live" clId="Web-{67B5E954-8DC4-C6FC-8DC7-D4E8DBA16AA1}" dt="2026-03-24T16:31:35.427" v="0" actId="20577"/>
      <pc:docMkLst>
        <pc:docMk/>
      </pc:docMkLst>
      <pc:sldChg chg="modSp">
        <pc:chgData name="Donald Chanthirath" userId="db24e93f5e806868" providerId="Windows Live" clId="Web-{67B5E954-8DC4-C6FC-8DC7-D4E8DBA16AA1}" dt="2026-03-24T16:31:35.427" v="0" actId="20577"/>
        <pc:sldMkLst>
          <pc:docMk/>
          <pc:sldMk cId="4190559552" sldId="256"/>
        </pc:sldMkLst>
        <pc:spChg chg="mod">
          <ac:chgData name="Donald Chanthirath" userId="db24e93f5e806868" providerId="Windows Live" clId="Web-{67B5E954-8DC4-C6FC-8DC7-D4E8DBA16AA1}" dt="2026-03-24T16:31:35.427" v="0" actId="20577"/>
          <ac:spMkLst>
            <pc:docMk/>
            <pc:sldMk cId="4190559552" sldId="256"/>
            <ac:spMk id="2" creationId="{C9072245-898C-45C4-C539-C63D6FAF6AC0}"/>
          </ac:spMkLst>
        </pc:spChg>
      </pc:sldChg>
    </pc:docChg>
  </pc:docChgLst>
  <pc:docChgLst>
    <pc:chgData name="Guest User" providerId="Windows Live" clId="Web-{46A656C0-D730-BB44-EB97-DA7EDD22C789}"/>
    <pc:docChg chg="addSld modSld">
      <pc:chgData name="Guest User" userId="" providerId="Windows Live" clId="Web-{46A656C0-D730-BB44-EB97-DA7EDD22C789}" dt="2026-03-24T17:08:47.571" v="42" actId="20577"/>
      <pc:docMkLst>
        <pc:docMk/>
      </pc:docMkLst>
      <pc:sldChg chg="modSp">
        <pc:chgData name="Guest User" userId="" providerId="Windows Live" clId="Web-{46A656C0-D730-BB44-EB97-DA7EDD22C789}" dt="2026-03-24T16:34:58.244" v="20" actId="20577"/>
        <pc:sldMkLst>
          <pc:docMk/>
          <pc:sldMk cId="4190559552" sldId="256"/>
        </pc:sldMkLst>
        <pc:spChg chg="mod">
          <ac:chgData name="Guest User" userId="" providerId="Windows Live" clId="Web-{46A656C0-D730-BB44-EB97-DA7EDD22C789}" dt="2026-03-24T16:34:58.244" v="20" actId="20577"/>
          <ac:spMkLst>
            <pc:docMk/>
            <pc:sldMk cId="4190559552" sldId="256"/>
            <ac:spMk id="3" creationId="{26F541F9-A84F-3519-1895-6E216EA9DCA4}"/>
          </ac:spMkLst>
        </pc:spChg>
      </pc:sldChg>
      <pc:sldChg chg="modSp add replId">
        <pc:chgData name="Guest User" userId="" providerId="Windows Live" clId="Web-{46A656C0-D730-BB44-EB97-DA7EDD22C789}" dt="2026-03-24T17:08:47.571" v="42" actId="20577"/>
        <pc:sldMkLst>
          <pc:docMk/>
          <pc:sldMk cId="1085183588" sldId="274"/>
        </pc:sldMkLst>
        <pc:spChg chg="mod">
          <ac:chgData name="Guest User" userId="" providerId="Windows Live" clId="Web-{46A656C0-D730-BB44-EB97-DA7EDD22C789}" dt="2026-03-24T16:32:28.369" v="5" actId="20577"/>
          <ac:spMkLst>
            <pc:docMk/>
            <pc:sldMk cId="1085183588" sldId="274"/>
            <ac:spMk id="2" creationId="{889EE11C-B76B-23FC-8644-7980811A59B1}"/>
          </ac:spMkLst>
        </pc:spChg>
        <pc:spChg chg="mod">
          <ac:chgData name="Guest User" userId="" providerId="Windows Live" clId="Web-{46A656C0-D730-BB44-EB97-DA7EDD22C789}" dt="2026-03-24T17:08:47.571" v="42" actId="20577"/>
          <ac:spMkLst>
            <pc:docMk/>
            <pc:sldMk cId="1085183588" sldId="274"/>
            <ac:spMk id="3" creationId="{90ED5F61-6E7B-2819-A7E5-C7FD30E2643E}"/>
          </ac:spMkLst>
        </pc:spChg>
      </pc:sldChg>
    </pc:docChg>
  </pc:docChgLst>
  <pc:docChgLst>
    <pc:chgData name="Donald Chanthirath" userId="db24e93f5e806868" providerId="LiveId" clId="{C29A351D-14AD-495E-BBB6-81D2A0735037}"/>
    <pc:docChg chg="modSld">
      <pc:chgData name="Donald Chanthirath" userId="db24e93f5e806868" providerId="LiveId" clId="{C29A351D-14AD-495E-BBB6-81D2A0735037}" dt="2026-03-24T18:53:50.939" v="78" actId="20577"/>
      <pc:docMkLst>
        <pc:docMk/>
      </pc:docMkLst>
      <pc:sldChg chg="modNotesTx">
        <pc:chgData name="Donald Chanthirath" userId="db24e93f5e806868" providerId="LiveId" clId="{C29A351D-14AD-495E-BBB6-81D2A0735037}" dt="2026-03-24T18:35:26.952" v="54" actId="20577"/>
        <pc:sldMkLst>
          <pc:docMk/>
          <pc:sldMk cId="3088844117" sldId="260"/>
        </pc:sldMkLst>
      </pc:sldChg>
      <pc:sldChg chg="modNotesTx">
        <pc:chgData name="Donald Chanthirath" userId="db24e93f5e806868" providerId="LiveId" clId="{C29A351D-14AD-495E-BBB6-81D2A0735037}" dt="2026-03-24T18:35:23.257" v="45" actId="20577"/>
        <pc:sldMkLst>
          <pc:docMk/>
          <pc:sldMk cId="698386490" sldId="262"/>
        </pc:sldMkLst>
      </pc:sldChg>
      <pc:sldChg chg="modNotesTx">
        <pc:chgData name="Donald Chanthirath" userId="db24e93f5e806868" providerId="LiveId" clId="{C29A351D-14AD-495E-BBB6-81D2A0735037}" dt="2026-03-24T18:35:03.508" v="19" actId="20577"/>
        <pc:sldMkLst>
          <pc:docMk/>
          <pc:sldMk cId="2079201091" sldId="265"/>
        </pc:sldMkLst>
      </pc:sldChg>
      <pc:sldChg chg="modNotesTx">
        <pc:chgData name="Donald Chanthirath" userId="db24e93f5e806868" providerId="LiveId" clId="{C29A351D-14AD-495E-BBB6-81D2A0735037}" dt="2026-03-24T18:34:56.138" v="10" actId="20577"/>
        <pc:sldMkLst>
          <pc:docMk/>
          <pc:sldMk cId="3854206600" sldId="273"/>
        </pc:sldMkLst>
      </pc:sldChg>
      <pc:sldChg chg="modNotesTx">
        <pc:chgData name="Donald Chanthirath" userId="db24e93f5e806868" providerId="LiveId" clId="{C29A351D-14AD-495E-BBB6-81D2A0735037}" dt="2026-03-24T18:53:50.939" v="78" actId="20577"/>
        <pc:sldMkLst>
          <pc:docMk/>
          <pc:sldMk cId="1085183588" sldId="274"/>
        </pc:sldMkLst>
      </pc:sldChg>
      <pc:sldChg chg="modNotesTx">
        <pc:chgData name="Donald Chanthirath" userId="db24e93f5e806868" providerId="LiveId" clId="{C29A351D-14AD-495E-BBB6-81D2A0735037}" dt="2026-03-24T18:35:36.309" v="66" actId="20577"/>
        <pc:sldMkLst>
          <pc:docMk/>
          <pc:sldMk cId="723508310" sldId="275"/>
        </pc:sldMkLst>
      </pc:sldChg>
      <pc:sldChg chg="modNotesTx">
        <pc:chgData name="Donald Chanthirath" userId="db24e93f5e806868" providerId="LiveId" clId="{C29A351D-14AD-495E-BBB6-81D2A0735037}" dt="2026-03-24T18:34:13.247" v="5" actId="20577"/>
        <pc:sldMkLst>
          <pc:docMk/>
          <pc:sldMk cId="441209411" sldId="277"/>
        </pc:sldMkLst>
      </pc:sldChg>
    </pc:docChg>
  </pc:docChgLst>
  <pc:docChgLst>
    <pc:chgData name="Guest User" providerId="Windows Live" clId="Web-{374E29C1-FD7C-40D5-B0DD-2CF425D8DAAD}"/>
    <pc:docChg chg="modSld">
      <pc:chgData name="Guest User" userId="" providerId="Windows Live" clId="Web-{374E29C1-FD7C-40D5-B0DD-2CF425D8DAAD}" dt="2026-03-24T17:55:50.766" v="778" actId="1076"/>
      <pc:docMkLst>
        <pc:docMk/>
      </pc:docMkLst>
      <pc:sldChg chg="modSp">
        <pc:chgData name="Guest User" userId="" providerId="Windows Live" clId="Web-{374E29C1-FD7C-40D5-B0DD-2CF425D8DAAD}" dt="2026-03-24T17:41:21.455" v="111" actId="20577"/>
        <pc:sldMkLst>
          <pc:docMk/>
          <pc:sldMk cId="412135471" sldId="263"/>
        </pc:sldMkLst>
        <pc:graphicFrameChg chg="modGraphic">
          <ac:chgData name="Guest User" userId="" providerId="Windows Live" clId="Web-{374E29C1-FD7C-40D5-B0DD-2CF425D8DAAD}" dt="2026-03-24T17:41:21.455" v="111" actId="20577"/>
          <ac:graphicFrameMkLst>
            <pc:docMk/>
            <pc:sldMk cId="412135471" sldId="263"/>
            <ac:graphicFrameMk id="5" creationId="{658521FB-FE8A-5D28-F4CB-9C793A7539BC}"/>
          </ac:graphicFrameMkLst>
        </pc:graphicFrameChg>
      </pc:sldChg>
      <pc:sldChg chg="modSp">
        <pc:chgData name="Guest User" userId="" providerId="Windows Live" clId="Web-{374E29C1-FD7C-40D5-B0DD-2CF425D8DAAD}" dt="2026-03-24T17:45:03.955" v="391" actId="20577"/>
        <pc:sldMkLst>
          <pc:docMk/>
          <pc:sldMk cId="3215007201" sldId="264"/>
        </pc:sldMkLst>
        <pc:spChg chg="mod">
          <ac:chgData name="Guest User" userId="" providerId="Windows Live" clId="Web-{374E29C1-FD7C-40D5-B0DD-2CF425D8DAAD}" dt="2026-03-24T17:45:03.955" v="391" actId="20577"/>
          <ac:spMkLst>
            <pc:docMk/>
            <pc:sldMk cId="3215007201" sldId="264"/>
            <ac:spMk id="3" creationId="{6F3033D2-BD6F-E65C-821C-81EE296F359B}"/>
          </ac:spMkLst>
        </pc:spChg>
      </pc:sldChg>
      <pc:sldChg chg="modSp">
        <pc:chgData name="Guest User" userId="" providerId="Windows Live" clId="Web-{374E29C1-FD7C-40D5-B0DD-2CF425D8DAAD}" dt="2026-03-24T17:48:17.016" v="625" actId="20577"/>
        <pc:sldMkLst>
          <pc:docMk/>
          <pc:sldMk cId="3854206600" sldId="273"/>
        </pc:sldMkLst>
        <pc:spChg chg="mod">
          <ac:chgData name="Guest User" userId="" providerId="Windows Live" clId="Web-{374E29C1-FD7C-40D5-B0DD-2CF425D8DAAD}" dt="2026-03-24T17:48:17.016" v="625" actId="20577"/>
          <ac:spMkLst>
            <pc:docMk/>
            <pc:sldMk cId="3854206600" sldId="273"/>
            <ac:spMk id="3" creationId="{781989F5-3912-29EE-9ADA-779E216DAD9A}"/>
          </ac:spMkLst>
        </pc:spChg>
      </pc:sldChg>
      <pc:sldChg chg="addSp delSp modSp mod setBg">
        <pc:chgData name="Guest User" userId="" providerId="Windows Live" clId="Web-{374E29C1-FD7C-40D5-B0DD-2CF425D8DAAD}" dt="2026-03-24T17:55:50.766" v="778" actId="1076"/>
        <pc:sldMkLst>
          <pc:docMk/>
          <pc:sldMk cId="3235100537" sldId="276"/>
        </pc:sldMkLst>
        <pc:spChg chg="mod">
          <ac:chgData name="Guest User" userId="" providerId="Windows Live" clId="Web-{374E29C1-FD7C-40D5-B0DD-2CF425D8DAAD}" dt="2026-03-24T17:55:50.766" v="778" actId="1076"/>
          <ac:spMkLst>
            <pc:docMk/>
            <pc:sldMk cId="3235100537" sldId="276"/>
            <ac:spMk id="2" creationId="{B1B9F56A-7705-A500-19BD-F60FB55DC01B}"/>
          </ac:spMkLst>
        </pc:spChg>
        <pc:spChg chg="add mod">
          <ac:chgData name="Guest User" userId="" providerId="Windows Live" clId="Web-{374E29C1-FD7C-40D5-B0DD-2CF425D8DAAD}" dt="2026-03-24T17:52:45.734" v="663" actId="1076"/>
          <ac:spMkLst>
            <pc:docMk/>
            <pc:sldMk cId="3235100537" sldId="276"/>
            <ac:spMk id="9" creationId="{7CA8F37F-DE9E-B053-3A0E-6631CDBBF002}"/>
          </ac:spMkLst>
        </pc:spChg>
        <pc:spChg chg="add mod">
          <ac:chgData name="Guest User" userId="" providerId="Windows Live" clId="Web-{374E29C1-FD7C-40D5-B0DD-2CF425D8DAAD}" dt="2026-03-24T17:53:31.344" v="688" actId="20577"/>
          <ac:spMkLst>
            <pc:docMk/>
            <pc:sldMk cId="3235100537" sldId="276"/>
            <ac:spMk id="10" creationId="{66E23205-6D47-BB9F-FE24-0A6987C7211A}"/>
          </ac:spMkLst>
        </pc:spChg>
        <pc:spChg chg="add mod">
          <ac:chgData name="Guest User" userId="" providerId="Windows Live" clId="Web-{374E29C1-FD7C-40D5-B0DD-2CF425D8DAAD}" dt="2026-03-24T17:54:23.047" v="719" actId="1076"/>
          <ac:spMkLst>
            <pc:docMk/>
            <pc:sldMk cId="3235100537" sldId="276"/>
            <ac:spMk id="11" creationId="{4A74EEFB-D4F2-FACB-B44E-41D76F8ADDD3}"/>
          </ac:spMkLst>
        </pc:spChg>
        <pc:spChg chg="add mod">
          <ac:chgData name="Guest User" userId="" providerId="Windows Live" clId="Web-{374E29C1-FD7C-40D5-B0DD-2CF425D8DAAD}" dt="2026-03-24T17:55:06.609" v="770" actId="20577"/>
          <ac:spMkLst>
            <pc:docMk/>
            <pc:sldMk cId="3235100537" sldId="276"/>
            <ac:spMk id="12" creationId="{F1578372-05CA-CDE3-2935-28416BB7194C}"/>
          </ac:spMkLst>
        </pc:spChg>
        <pc:spChg chg="add mod">
          <ac:chgData name="Guest User" userId="" providerId="Windows Live" clId="Web-{374E29C1-FD7C-40D5-B0DD-2CF425D8DAAD}" dt="2026-03-24T17:54:57.141" v="752" actId="20577"/>
          <ac:spMkLst>
            <pc:docMk/>
            <pc:sldMk cId="3235100537" sldId="276"/>
            <ac:spMk id="14" creationId="{C08F74A5-B816-6B7A-79DE-60E93A0242D5}"/>
          </ac:spMkLst>
        </pc:spChg>
        <pc:picChg chg="add mod">
          <ac:chgData name="Guest User" userId="" providerId="Windows Live" clId="Web-{374E29C1-FD7C-40D5-B0DD-2CF425D8DAAD}" dt="2026-03-24T17:51:12.266" v="635"/>
          <ac:picMkLst>
            <pc:docMk/>
            <pc:sldMk cId="3235100537" sldId="276"/>
            <ac:picMk id="3" creationId="{2F0E6905-81F0-82C7-0424-55DD5F8A0FB8}"/>
          </ac:picMkLst>
        </pc:picChg>
        <pc:picChg chg="mod ord">
          <ac:chgData name="Guest User" userId="" providerId="Windows Live" clId="Web-{374E29C1-FD7C-40D5-B0DD-2CF425D8DAAD}" dt="2026-03-24T17:51:12.266" v="635"/>
          <ac:picMkLst>
            <pc:docMk/>
            <pc:sldMk cId="3235100537" sldId="276"/>
            <ac:picMk id="4" creationId="{D795F7E6-984A-086C-3D79-54ED913069C6}"/>
          </ac:picMkLst>
        </pc:picChg>
        <pc:picChg chg="add mod ord">
          <ac:chgData name="Guest User" userId="" providerId="Windows Live" clId="Web-{374E29C1-FD7C-40D5-B0DD-2CF425D8DAAD}" dt="2026-03-24T17:51:12.266" v="635"/>
          <ac:picMkLst>
            <pc:docMk/>
            <pc:sldMk cId="3235100537" sldId="276"/>
            <ac:picMk id="6" creationId="{BC196DC1-CA11-06AC-931C-CFB818F7DDB2}"/>
          </ac:picMkLst>
        </pc:picChg>
        <pc:picChg chg="add mod">
          <ac:chgData name="Guest User" userId="" providerId="Windows Live" clId="Web-{374E29C1-FD7C-40D5-B0DD-2CF425D8DAAD}" dt="2026-03-24T17:51:12.266" v="635"/>
          <ac:picMkLst>
            <pc:docMk/>
            <pc:sldMk cId="3235100537" sldId="276"/>
            <ac:picMk id="7" creationId="{E8CB8E46-F498-4B88-1C5B-0367A91A7B2C}"/>
          </ac:picMkLst>
        </pc:picChg>
        <pc:picChg chg="add mod">
          <ac:chgData name="Guest User" userId="" providerId="Windows Live" clId="Web-{374E29C1-FD7C-40D5-B0DD-2CF425D8DAAD}" dt="2026-03-24T17:51:12.266" v="635"/>
          <ac:picMkLst>
            <pc:docMk/>
            <pc:sldMk cId="3235100537" sldId="276"/>
            <ac:picMk id="8" creationId="{B08E6FDF-9E70-07FA-E126-5A379B63A744}"/>
          </ac:picMkLst>
        </pc:picChg>
      </pc:sldChg>
    </pc:docChg>
  </pc:docChgLst>
  <pc:docChgLst>
    <pc:chgData name="Donald Chanthirath" userId="db24e93f5e806868" providerId="Windows Live" clId="Web-{174B199E-00C6-1375-A76E-6C02596B559C}"/>
    <pc:docChg chg="addSld modSld">
      <pc:chgData name="Donald Chanthirath" userId="db24e93f5e806868" providerId="Windows Live" clId="Web-{174B199E-00C6-1375-A76E-6C02596B559C}" dt="2026-03-24T18:10:50.726" v="90" actId="20577"/>
      <pc:docMkLst>
        <pc:docMk/>
      </pc:docMkLst>
      <pc:sldChg chg="modSp modNotes">
        <pc:chgData name="Donald Chanthirath" userId="db24e93f5e806868" providerId="Windows Live" clId="Web-{174B199E-00C6-1375-A76E-6C02596B559C}" dt="2026-03-24T18:06:15.332" v="59"/>
        <pc:sldMkLst>
          <pc:docMk/>
          <pc:sldMk cId="4190559552" sldId="256"/>
        </pc:sldMkLst>
        <pc:spChg chg="mod">
          <ac:chgData name="Donald Chanthirath" userId="db24e93f5e806868" providerId="Windows Live" clId="Web-{174B199E-00C6-1375-A76E-6C02596B559C}" dt="2026-03-24T17:53:34.713" v="55" actId="20577"/>
          <ac:spMkLst>
            <pc:docMk/>
            <pc:sldMk cId="4190559552" sldId="256"/>
            <ac:spMk id="2" creationId="{C9072245-898C-45C4-C539-C63D6FAF6AC0}"/>
          </ac:spMkLst>
        </pc:spChg>
      </pc:sldChg>
      <pc:sldChg chg="modNotes">
        <pc:chgData name="Donald Chanthirath" userId="db24e93f5e806868" providerId="Windows Live" clId="Web-{174B199E-00C6-1375-A76E-6C02596B559C}" dt="2026-03-24T18:06:20.988" v="60"/>
        <pc:sldMkLst>
          <pc:docMk/>
          <pc:sldMk cId="698386490" sldId="262"/>
        </pc:sldMkLst>
      </pc:sldChg>
      <pc:sldChg chg="modSp">
        <pc:chgData name="Donald Chanthirath" userId="db24e93f5e806868" providerId="Windows Live" clId="Web-{174B199E-00C6-1375-A76E-6C02596B559C}" dt="2026-03-24T17:32:07.540" v="12" actId="20577"/>
        <pc:sldMkLst>
          <pc:docMk/>
          <pc:sldMk cId="1002964499" sldId="272"/>
        </pc:sldMkLst>
        <pc:spChg chg="mod">
          <ac:chgData name="Donald Chanthirath" userId="db24e93f5e806868" providerId="Windows Live" clId="Web-{174B199E-00C6-1375-A76E-6C02596B559C}" dt="2026-03-24T17:32:07.540" v="12" actId="20577"/>
          <ac:spMkLst>
            <pc:docMk/>
            <pc:sldMk cId="1002964499" sldId="272"/>
            <ac:spMk id="3" creationId="{79C0CA51-BDFE-956D-653C-39A5F78623D9}"/>
          </ac:spMkLst>
        </pc:spChg>
      </pc:sldChg>
      <pc:sldChg chg="addSp delSp modSp new mod setBg">
        <pc:chgData name="Donald Chanthirath" userId="db24e93f5e806868" providerId="Windows Live" clId="Web-{174B199E-00C6-1375-A76E-6C02596B559C}" dt="2026-03-24T18:09:59.803" v="80" actId="14100"/>
        <pc:sldMkLst>
          <pc:docMk/>
          <pc:sldMk cId="723508310" sldId="275"/>
        </pc:sldMkLst>
        <pc:spChg chg="mod">
          <ac:chgData name="Donald Chanthirath" userId="db24e93f5e806868" providerId="Windows Live" clId="Web-{174B199E-00C6-1375-A76E-6C02596B559C}" dt="2026-03-24T17:53:52.041" v="57" actId="1076"/>
          <ac:spMkLst>
            <pc:docMk/>
            <pc:sldMk cId="723508310" sldId="275"/>
            <ac:spMk id="2" creationId="{7933BC2E-3594-5176-99DB-B8B0B91AC0D4}"/>
          </ac:spMkLst>
        </pc:spChg>
        <pc:spChg chg="add">
          <ac:chgData name="Donald Chanthirath" userId="db24e93f5e806868" providerId="Windows Live" clId="Web-{174B199E-00C6-1375-A76E-6C02596B559C}" dt="2026-03-24T17:47:57.035" v="28"/>
          <ac:spMkLst>
            <pc:docMk/>
            <pc:sldMk cId="723508310" sldId="275"/>
            <ac:spMk id="8" creationId="{D038248A-211C-4EEC-8401-C761B929FB52}"/>
          </ac:spMkLst>
        </pc:spChg>
        <pc:spChg chg="add">
          <ac:chgData name="Donald Chanthirath" userId="db24e93f5e806868" providerId="Windows Live" clId="Web-{174B199E-00C6-1375-A76E-6C02596B559C}" dt="2026-03-24T17:47:57.035" v="28"/>
          <ac:spMkLst>
            <pc:docMk/>
            <pc:sldMk cId="723508310" sldId="275"/>
            <ac:spMk id="10" creationId="{C30A849F-66D9-40C8-BEC8-35AFF8F4568F}"/>
          </ac:spMkLst>
        </pc:spChg>
        <pc:grpChg chg="add">
          <ac:chgData name="Donald Chanthirath" userId="db24e93f5e806868" providerId="Windows Live" clId="Web-{174B199E-00C6-1375-A76E-6C02596B559C}" dt="2026-03-24T17:47:57.035" v="28"/>
          <ac:grpSpMkLst>
            <pc:docMk/>
            <pc:sldMk cId="723508310" sldId="275"/>
            <ac:grpSpMk id="12" creationId="{04542298-A2B1-480F-A11C-A40EDD19B857}"/>
          </ac:grpSpMkLst>
        </pc:grpChg>
        <pc:grpChg chg="add">
          <ac:chgData name="Donald Chanthirath" userId="db24e93f5e806868" providerId="Windows Live" clId="Web-{174B199E-00C6-1375-A76E-6C02596B559C}" dt="2026-03-24T17:47:57.035" v="28"/>
          <ac:grpSpMkLst>
            <pc:docMk/>
            <pc:sldMk cId="723508310" sldId="275"/>
            <ac:grpSpMk id="18" creationId="{2A5C9C35-2375-49EB-B99C-17C87D42FE7C}"/>
          </ac:grpSpMkLst>
        </pc:grpChg>
        <pc:picChg chg="add mod ord">
          <ac:chgData name="Donald Chanthirath" userId="db24e93f5e806868" providerId="Windows Live" clId="Web-{174B199E-00C6-1375-A76E-6C02596B559C}" dt="2026-03-24T18:09:59.803" v="80" actId="14100"/>
          <ac:picMkLst>
            <pc:docMk/>
            <pc:sldMk cId="723508310" sldId="275"/>
            <ac:picMk id="7" creationId="{AA12E037-4A93-6230-23B8-EEBE9B88FB45}"/>
          </ac:picMkLst>
        </pc:picChg>
      </pc:sldChg>
      <pc:sldChg chg="modSp new">
        <pc:chgData name="Donald Chanthirath" userId="db24e93f5e806868" providerId="Windows Live" clId="Web-{174B199E-00C6-1375-A76E-6C02596B559C}" dt="2026-03-24T18:10:50.726" v="90" actId="20577"/>
        <pc:sldMkLst>
          <pc:docMk/>
          <pc:sldMk cId="441209411" sldId="277"/>
        </pc:sldMkLst>
        <pc:spChg chg="mod">
          <ac:chgData name="Donald Chanthirath" userId="db24e93f5e806868" providerId="Windows Live" clId="Web-{174B199E-00C6-1375-A76E-6C02596B559C}" dt="2026-03-24T18:06:56.536" v="67" actId="20577"/>
          <ac:spMkLst>
            <pc:docMk/>
            <pc:sldMk cId="441209411" sldId="277"/>
            <ac:spMk id="2" creationId="{5C55F2AD-03A1-BE5B-72E3-CA58FDB128DE}"/>
          </ac:spMkLst>
        </pc:spChg>
        <pc:spChg chg="mod">
          <ac:chgData name="Donald Chanthirath" userId="db24e93f5e806868" providerId="Windows Live" clId="Web-{174B199E-00C6-1375-A76E-6C02596B559C}" dt="2026-03-24T18:10:50.726" v="90" actId="20577"/>
          <ac:spMkLst>
            <pc:docMk/>
            <pc:sldMk cId="441209411" sldId="277"/>
            <ac:spMk id="28" creationId="{48978A7B-5D97-B200-D066-F2528F2B16FD}"/>
          </ac:spMkLst>
        </pc:spChg>
      </pc:sldChg>
    </pc:docChg>
  </pc:docChgLst>
  <pc:docChgLst>
    <pc:chgData name="Donald Chanthirath" userId="db24e93f5e806868" providerId="Windows Live" clId="Web-{C7F6F630-0D32-A11D-7E7C-81C9A02E24E7}"/>
    <pc:docChg chg="modSld sldOrd">
      <pc:chgData name="Donald Chanthirath" userId="db24e93f5e806868" providerId="Windows Live" clId="Web-{C7F6F630-0D32-A11D-7E7C-81C9A02E24E7}" dt="2026-03-24T17:23:37.727" v="133" actId="20577"/>
      <pc:docMkLst>
        <pc:docMk/>
      </pc:docMkLst>
      <pc:sldChg chg="modSp">
        <pc:chgData name="Donald Chanthirath" userId="db24e93f5e806868" providerId="Windows Live" clId="Web-{C7F6F630-0D32-A11D-7E7C-81C9A02E24E7}" dt="2026-03-24T17:16:08.392" v="75" actId="20577"/>
        <pc:sldMkLst>
          <pc:docMk/>
          <pc:sldMk cId="1002964499" sldId="272"/>
        </pc:sldMkLst>
        <pc:spChg chg="mod">
          <ac:chgData name="Donald Chanthirath" userId="db24e93f5e806868" providerId="Windows Live" clId="Web-{C7F6F630-0D32-A11D-7E7C-81C9A02E24E7}" dt="2026-03-24T17:16:08.392" v="75" actId="20577"/>
          <ac:spMkLst>
            <pc:docMk/>
            <pc:sldMk cId="1002964499" sldId="272"/>
            <ac:spMk id="3" creationId="{79C0CA51-BDFE-956D-653C-39A5F78623D9}"/>
          </ac:spMkLst>
        </pc:spChg>
      </pc:sldChg>
      <pc:sldChg chg="modSp ord">
        <pc:chgData name="Donald Chanthirath" userId="db24e93f5e806868" providerId="Windows Live" clId="Web-{C7F6F630-0D32-A11D-7E7C-81C9A02E24E7}" dt="2026-03-24T17:23:37.727" v="133" actId="20577"/>
        <pc:sldMkLst>
          <pc:docMk/>
          <pc:sldMk cId="3854206600" sldId="273"/>
        </pc:sldMkLst>
        <pc:spChg chg="mod">
          <ac:chgData name="Donald Chanthirath" userId="db24e93f5e806868" providerId="Windows Live" clId="Web-{C7F6F630-0D32-A11D-7E7C-81C9A02E24E7}" dt="2026-03-24T17:17:25.877" v="85" actId="20577"/>
          <ac:spMkLst>
            <pc:docMk/>
            <pc:sldMk cId="3854206600" sldId="273"/>
            <ac:spMk id="2" creationId="{33595605-3038-1032-95F7-3F5ED2D680D5}"/>
          </ac:spMkLst>
        </pc:spChg>
        <pc:spChg chg="mod">
          <ac:chgData name="Donald Chanthirath" userId="db24e93f5e806868" providerId="Windows Live" clId="Web-{C7F6F630-0D32-A11D-7E7C-81C9A02E24E7}" dt="2026-03-24T17:23:37.727" v="133" actId="20577"/>
          <ac:spMkLst>
            <pc:docMk/>
            <pc:sldMk cId="3854206600" sldId="273"/>
            <ac:spMk id="3" creationId="{781989F5-3912-29EE-9ADA-779E216DAD9A}"/>
          </ac:spMkLst>
        </pc:spChg>
      </pc:sldChg>
    </pc:docChg>
  </pc:docChgLst>
  <pc:docChgLst>
    <pc:chgData name="Guest User" providerId="Windows Live" clId="Web-{286EA6E7-B256-B146-1555-28CA7C946606}"/>
    <pc:docChg chg="modSld">
      <pc:chgData name="Guest User" userId="" providerId="Windows Live" clId="Web-{286EA6E7-B256-B146-1555-28CA7C946606}" dt="2026-03-24T17:38:51.256" v="408" actId="20577"/>
      <pc:docMkLst>
        <pc:docMk/>
      </pc:docMkLst>
      <pc:sldChg chg="modSp">
        <pc:chgData name="Guest User" userId="" providerId="Windows Live" clId="Web-{286EA6E7-B256-B146-1555-28CA7C946606}" dt="2026-03-24T17:28:21.507" v="320" actId="20577"/>
        <pc:sldMkLst>
          <pc:docMk/>
          <pc:sldMk cId="4288110087" sldId="266"/>
        </pc:sldMkLst>
        <pc:spChg chg="mod">
          <ac:chgData name="Guest User" userId="" providerId="Windows Live" clId="Web-{286EA6E7-B256-B146-1555-28CA7C946606}" dt="2026-03-24T17:28:21.507" v="320" actId="20577"/>
          <ac:spMkLst>
            <pc:docMk/>
            <pc:sldMk cId="4288110087" sldId="266"/>
            <ac:spMk id="3" creationId="{38B80E7A-2F9E-CFE8-E2AF-CC549992F749}"/>
          </ac:spMkLst>
        </pc:spChg>
      </pc:sldChg>
      <pc:sldChg chg="modSp">
        <pc:chgData name="Guest User" userId="" providerId="Windows Live" clId="Web-{286EA6E7-B256-B146-1555-28CA7C946606}" dt="2026-03-24T17:38:51.256" v="408" actId="20577"/>
        <pc:sldMkLst>
          <pc:docMk/>
          <pc:sldMk cId="3854206600" sldId="273"/>
        </pc:sldMkLst>
        <pc:spChg chg="mod">
          <ac:chgData name="Guest User" userId="" providerId="Windows Live" clId="Web-{286EA6E7-B256-B146-1555-28CA7C946606}" dt="2026-03-24T17:38:51.256" v="408" actId="20577"/>
          <ac:spMkLst>
            <pc:docMk/>
            <pc:sldMk cId="3854206600" sldId="273"/>
            <ac:spMk id="3" creationId="{781989F5-3912-29EE-9ADA-779E216DAD9A}"/>
          </ac:spMkLst>
        </pc:spChg>
      </pc:sldChg>
    </pc:docChg>
  </pc:docChgLst>
  <pc:docChgLst>
    <pc:chgData name="Caleb Erickson" userId="880b965ba2027f27" providerId="LiveId" clId="{555291D7-A68B-42B6-98CC-7A5613C4E778}"/>
    <pc:docChg chg="undo custSel addSld delSld modSld sldOrd">
      <pc:chgData name="Caleb Erickson" userId="880b965ba2027f27" providerId="LiveId" clId="{555291D7-A68B-42B6-98CC-7A5613C4E778}" dt="2026-04-21T03:32:36.819" v="4680"/>
      <pc:docMkLst>
        <pc:docMk/>
      </pc:docMkLst>
      <pc:sldChg chg="addSp delSp modSp mod setBg addAnim delAnim setClrOvrMap">
        <pc:chgData name="Caleb Erickson" userId="880b965ba2027f27" providerId="LiveId" clId="{555291D7-A68B-42B6-98CC-7A5613C4E778}" dt="2026-03-24T18:06:17.331" v="4615" actId="255"/>
        <pc:sldMkLst>
          <pc:docMk/>
          <pc:sldMk cId="4190559552" sldId="256"/>
        </pc:sldMkLst>
        <pc:spChg chg="mod">
          <ac:chgData name="Caleb Erickson" userId="880b965ba2027f27" providerId="LiveId" clId="{555291D7-A68B-42B6-98CC-7A5613C4E778}" dt="2026-03-24T18:06:17.331" v="4615" actId="255"/>
          <ac:spMkLst>
            <pc:docMk/>
            <pc:sldMk cId="4190559552" sldId="256"/>
            <ac:spMk id="3" creationId="{26F541F9-A84F-3519-1895-6E216EA9DCA4}"/>
          </ac:spMkLst>
        </pc:spChg>
      </pc:sldChg>
      <pc:sldChg chg="addSp modSp mod setBg modNotesTx">
        <pc:chgData name="Caleb Erickson" userId="880b965ba2027f27" providerId="LiveId" clId="{555291D7-A68B-42B6-98CC-7A5613C4E778}" dt="2026-03-24T18:07:33.131" v="4661" actId="20577"/>
        <pc:sldMkLst>
          <pc:docMk/>
          <pc:sldMk cId="880555040" sldId="261"/>
        </pc:sldMkLst>
        <pc:spChg chg="mod">
          <ac:chgData name="Caleb Erickson" userId="880b965ba2027f27" providerId="LiveId" clId="{555291D7-A68B-42B6-98CC-7A5613C4E778}" dt="2026-03-24T18:07:33.131" v="4661" actId="20577"/>
          <ac:spMkLst>
            <pc:docMk/>
            <pc:sldMk cId="880555040" sldId="261"/>
            <ac:spMk id="3" creationId="{F30F8323-8C95-05DE-1FCA-625573360D72}"/>
          </ac:spMkLst>
        </pc:spChg>
      </pc:sldChg>
      <pc:sldChg chg="addSp delSp modSp new add del mod modNotesTx">
        <pc:chgData name="Caleb Erickson" userId="880b965ba2027f27" providerId="LiveId" clId="{555291D7-A68B-42B6-98CC-7A5613C4E778}" dt="2026-04-21T03:32:36.819" v="4680"/>
        <pc:sldMkLst>
          <pc:docMk/>
          <pc:sldMk cId="2808194162" sldId="270"/>
        </pc:sldMkLst>
      </pc:sldChg>
      <pc:sldChg chg="addSp modSp new mod setBg modNotesTx">
        <pc:chgData name="Caleb Erickson" userId="880b965ba2027f27" providerId="LiveId" clId="{555291D7-A68B-42B6-98CC-7A5613C4E778}" dt="2026-03-24T18:05:43.795" v="4614" actId="20577"/>
        <pc:sldMkLst>
          <pc:docMk/>
          <pc:sldMk cId="3854206600" sldId="273"/>
        </pc:sldMkLst>
        <pc:spChg chg="mod">
          <ac:chgData name="Caleb Erickson" userId="880b965ba2027f27" providerId="LiveId" clId="{555291D7-A68B-42B6-98CC-7A5613C4E778}" dt="2026-03-24T18:05:43.795" v="4614" actId="20577"/>
          <ac:spMkLst>
            <pc:docMk/>
            <pc:sldMk cId="3854206600" sldId="273"/>
            <ac:spMk id="3" creationId="{781989F5-3912-29EE-9ADA-779E216DAD9A}"/>
          </ac:spMkLst>
        </pc:spChg>
      </pc:sldChg>
      <pc:sldChg chg="delSp add del setBg delDesignElem">
        <pc:chgData name="Caleb Erickson" userId="880b965ba2027f27" providerId="LiveId" clId="{555291D7-A68B-42B6-98CC-7A5613C4E778}" dt="2026-04-21T03:32:24.429" v="4678"/>
        <pc:sldMkLst>
          <pc:docMk/>
          <pc:sldMk cId="3235100537" sldId="276"/>
        </pc:sldMkLst>
        <pc:spChg chg="del">
          <ac:chgData name="Caleb Erickson" userId="880b965ba2027f27" providerId="LiveId" clId="{555291D7-A68B-42B6-98CC-7A5613C4E778}" dt="2026-04-21T03:32:24.429" v="4678"/>
          <ac:spMkLst>
            <pc:docMk/>
            <pc:sldMk cId="3235100537" sldId="276"/>
            <ac:spMk id="13" creationId="{72018E1B-E0B9-4440-AFF3-4112E50A2763}"/>
          </ac:spMkLst>
        </pc:spChg>
      </pc:sldChg>
      <pc:sldChg chg="addSp delSp modSp mod setBg">
        <pc:chgData name="Caleb Erickson" userId="880b965ba2027f27" providerId="LiveId" clId="{555291D7-A68B-42B6-98CC-7A5613C4E778}" dt="2026-03-24T18:09:39.076" v="4675" actId="26606"/>
        <pc:sldMkLst>
          <pc:docMk/>
          <pc:sldMk cId="441209411" sldId="277"/>
        </pc:sldMkLst>
        <pc:spChg chg="mod">
          <ac:chgData name="Caleb Erickson" userId="880b965ba2027f27" providerId="LiveId" clId="{555291D7-A68B-42B6-98CC-7A5613C4E778}" dt="2026-03-24T18:09:39.076" v="4675" actId="26606"/>
          <ac:spMkLst>
            <pc:docMk/>
            <pc:sldMk cId="441209411" sldId="277"/>
            <ac:spMk id="2" creationId="{5C55F2AD-03A1-BE5B-72E3-CA58FDB128DE}"/>
          </ac:spMkLst>
        </pc:spChg>
        <pc:spChg chg="add">
          <ac:chgData name="Caleb Erickson" userId="880b965ba2027f27" providerId="LiveId" clId="{555291D7-A68B-42B6-98CC-7A5613C4E778}" dt="2026-03-24T18:09:39.076" v="4675" actId="26606"/>
          <ac:spMkLst>
            <pc:docMk/>
            <pc:sldMk cId="441209411" sldId="277"/>
            <ac:spMk id="10" creationId="{245A9F99-D9B1-4094-A2E2-B90AC1DB7B9C}"/>
          </ac:spMkLst>
        </pc:spChg>
        <pc:spChg chg="add">
          <ac:chgData name="Caleb Erickson" userId="880b965ba2027f27" providerId="LiveId" clId="{555291D7-A68B-42B6-98CC-7A5613C4E778}" dt="2026-03-24T18:09:39.076" v="4675" actId="26606"/>
          <ac:spMkLst>
            <pc:docMk/>
            <pc:sldMk cId="441209411" sldId="277"/>
            <ac:spMk id="12" creationId="{B7FAF607-473A-4A43-A23D-BBFF5C4117BB}"/>
          </ac:spMkLst>
        </pc:spChg>
        <pc:spChg chg="add">
          <ac:chgData name="Caleb Erickson" userId="880b965ba2027f27" providerId="LiveId" clId="{555291D7-A68B-42B6-98CC-7A5613C4E778}" dt="2026-03-24T18:09:39.076" v="4675" actId="26606"/>
          <ac:spMkLst>
            <pc:docMk/>
            <pc:sldMk cId="441209411" sldId="277"/>
            <ac:spMk id="28" creationId="{48978A7B-5D97-B200-D066-F2528F2B16FD}"/>
          </ac:spMkLst>
        </pc:spChg>
        <pc:grpChg chg="add">
          <ac:chgData name="Caleb Erickson" userId="880b965ba2027f27" providerId="LiveId" clId="{555291D7-A68B-42B6-98CC-7A5613C4E778}" dt="2026-03-24T18:09:39.076" v="4675" actId="26606"/>
          <ac:grpSpMkLst>
            <pc:docMk/>
            <pc:sldMk cId="441209411" sldId="277"/>
            <ac:grpSpMk id="14" creationId="{C5F6476F-D303-44D3-B30F-1BA348F0F64A}"/>
          </ac:grpSpMkLst>
        </pc:grpChg>
        <pc:picChg chg="add">
          <ac:chgData name="Caleb Erickson" userId="880b965ba2027f27" providerId="LiveId" clId="{555291D7-A68B-42B6-98CC-7A5613C4E778}" dt="2026-03-24T18:09:39.076" v="4675" actId="26606"/>
          <ac:picMkLst>
            <pc:docMk/>
            <pc:sldMk cId="441209411" sldId="277"/>
            <ac:picMk id="7" creationId="{75C59847-67DD-9B63-73BF-70724D8CE06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F9D357-45E9-46D6-9B84-86F4DE96E9A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2C7100-522F-4B34-81A3-5AC55FDB7A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SQL Security</a:t>
          </a:r>
        </a:p>
      </dgm:t>
    </dgm:pt>
    <dgm:pt modelId="{91E3F776-9DFF-4D76-8935-020726D448B4}" type="parTrans" cxnId="{D1914BDE-42F7-426B-9E5E-7E720D9BB48B}">
      <dgm:prSet/>
      <dgm:spPr/>
      <dgm:t>
        <a:bodyPr/>
        <a:lstStyle/>
        <a:p>
          <a:endParaRPr lang="en-US"/>
        </a:p>
      </dgm:t>
    </dgm:pt>
    <dgm:pt modelId="{E313A004-C595-4AC8-8878-7FF2B623874A}" type="sibTrans" cxnId="{D1914BDE-42F7-426B-9E5E-7E720D9BB48B}">
      <dgm:prSet/>
      <dgm:spPr/>
      <dgm:t>
        <a:bodyPr/>
        <a:lstStyle/>
        <a:p>
          <a:endParaRPr lang="en-US"/>
        </a:p>
      </dgm:t>
    </dgm:pt>
    <dgm:pt modelId="{89EE43FD-B15B-46B2-8C8D-1FAB2AC66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Properly sanitize input data when using relational databases to avoid SQL injections</a:t>
          </a:r>
        </a:p>
      </dgm:t>
    </dgm:pt>
    <dgm:pt modelId="{E9CB98D8-0650-4BE5-9E5D-0DFE952C6C9A}" type="parTrans" cxnId="{4A50DE6E-C7D0-491D-9334-11835A112363}">
      <dgm:prSet/>
      <dgm:spPr/>
      <dgm:t>
        <a:bodyPr/>
        <a:lstStyle/>
        <a:p>
          <a:endParaRPr lang="en-US"/>
        </a:p>
      </dgm:t>
    </dgm:pt>
    <dgm:pt modelId="{A117B258-893C-41A4-9302-9FDB5B2CE34F}" type="sibTrans" cxnId="{4A50DE6E-C7D0-491D-9334-11835A112363}">
      <dgm:prSet/>
      <dgm:spPr/>
      <dgm:t>
        <a:bodyPr/>
        <a:lstStyle/>
        <a:p>
          <a:endParaRPr lang="en-US"/>
        </a:p>
      </dgm:t>
    </dgm:pt>
    <dgm:pt modelId="{EE6B566F-1D7B-4D61-A9B8-96C30AE92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 not construct with raw f-strings</a:t>
          </a:r>
        </a:p>
      </dgm:t>
    </dgm:pt>
    <dgm:pt modelId="{A4857C83-96F7-4BA5-9805-84EEAAD466E8}" type="parTrans" cxnId="{58852368-5FFC-47AF-8765-A68CB558A17D}">
      <dgm:prSet/>
      <dgm:spPr/>
      <dgm:t>
        <a:bodyPr/>
        <a:lstStyle/>
        <a:p>
          <a:endParaRPr lang="en-US"/>
        </a:p>
      </dgm:t>
    </dgm:pt>
    <dgm:pt modelId="{E10567D6-E616-420C-82F9-CAA9B7F16905}" type="sibTrans" cxnId="{58852368-5FFC-47AF-8765-A68CB558A17D}">
      <dgm:prSet/>
      <dgm:spPr/>
      <dgm:t>
        <a:bodyPr/>
        <a:lstStyle/>
        <a:p>
          <a:endParaRPr lang="en-US"/>
        </a:p>
      </dgm:t>
    </dgm:pt>
    <dgm:pt modelId="{4AFC9E36-EE3D-453C-93D0-C39CF010E5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VM security</a:t>
          </a:r>
        </a:p>
      </dgm:t>
    </dgm:pt>
    <dgm:pt modelId="{F146E36D-58FA-4100-9E46-143FFF637565}" type="parTrans" cxnId="{1E4967E8-E772-4053-9A89-572E27F5C98F}">
      <dgm:prSet/>
      <dgm:spPr/>
      <dgm:t>
        <a:bodyPr/>
        <a:lstStyle/>
        <a:p>
          <a:endParaRPr lang="en-US"/>
        </a:p>
      </dgm:t>
    </dgm:pt>
    <dgm:pt modelId="{E29618EE-97FF-4247-942B-8A1D33E5B6C5}" type="sibTrans" cxnId="{1E4967E8-E772-4053-9A89-572E27F5C98F}">
      <dgm:prSet/>
      <dgm:spPr/>
      <dgm:t>
        <a:bodyPr/>
        <a:lstStyle/>
        <a:p>
          <a:endParaRPr lang="en-US"/>
        </a:p>
      </dgm:t>
    </dgm:pt>
    <dgm:pt modelId="{0D506CC6-94FB-4946-A20C-21E1BA03C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SSH access</a:t>
          </a:r>
        </a:p>
      </dgm:t>
    </dgm:pt>
    <dgm:pt modelId="{26C37B8D-4283-4F72-93E7-81675813EA2D}" type="parTrans" cxnId="{20EA3DE8-BFC4-4E8E-A294-0CB4B2D798CD}">
      <dgm:prSet/>
      <dgm:spPr/>
      <dgm:t>
        <a:bodyPr/>
        <a:lstStyle/>
        <a:p>
          <a:endParaRPr lang="en-US"/>
        </a:p>
      </dgm:t>
    </dgm:pt>
    <dgm:pt modelId="{DF0B7115-B0D0-4052-B312-7057E8941650}" type="sibTrans" cxnId="{20EA3DE8-BFC4-4E8E-A294-0CB4B2D798CD}">
      <dgm:prSet/>
      <dgm:spPr/>
      <dgm:t>
        <a:bodyPr/>
        <a:lstStyle/>
        <a:p>
          <a:endParaRPr lang="en-US"/>
        </a:p>
      </dgm:t>
    </dgm:pt>
    <dgm:pt modelId="{3CB874F3-0CE0-463F-BF92-4B4D80118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Inbound + outbound firewall traffic</a:t>
          </a:r>
        </a:p>
      </dgm:t>
    </dgm:pt>
    <dgm:pt modelId="{04169AB3-5BDC-4229-9B09-6FBD2F583876}" type="parTrans" cxnId="{A081299A-B4A2-496E-BCDC-4AD8762799C3}">
      <dgm:prSet/>
      <dgm:spPr/>
      <dgm:t>
        <a:bodyPr/>
        <a:lstStyle/>
        <a:p>
          <a:endParaRPr lang="en-US"/>
        </a:p>
      </dgm:t>
    </dgm:pt>
    <dgm:pt modelId="{B37840A6-13BB-465B-82D7-A7A9DCC585D2}" type="sibTrans" cxnId="{A081299A-B4A2-496E-BCDC-4AD8762799C3}">
      <dgm:prSet/>
      <dgm:spPr/>
      <dgm:t>
        <a:bodyPr/>
        <a:lstStyle/>
        <a:p>
          <a:endParaRPr lang="en-US"/>
        </a:p>
      </dgm:t>
    </dgm:pt>
    <dgm:pt modelId="{C92DAC44-0A14-4933-A75A-C55240639F95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Aptos Display" panose="02110004020202020204"/>
            </a:rPr>
            <a:t>Permission escalation attack</a:t>
          </a:r>
        </a:p>
      </dgm:t>
    </dgm:pt>
    <dgm:pt modelId="{68D5C3F0-4BE4-406E-B15C-BA4C128A2A33}" type="parTrans" cxnId="{16CBA567-0382-49DF-9FDF-048F11FD9E16}">
      <dgm:prSet/>
      <dgm:spPr/>
    </dgm:pt>
    <dgm:pt modelId="{0103BEE7-845B-4A17-968B-454CBBC3FCFD}" type="sibTrans" cxnId="{16CBA567-0382-49DF-9FDF-048F11FD9E16}">
      <dgm:prSet/>
      <dgm:spPr/>
    </dgm:pt>
    <dgm:pt modelId="{56C52561-4AA6-4A74-8E9C-C8AB5053F5C4}" type="pres">
      <dgm:prSet presAssocID="{F8F9D357-45E9-46D6-9B84-86F4DE96E9A4}" presName="root" presStyleCnt="0">
        <dgm:presLayoutVars>
          <dgm:dir/>
          <dgm:resizeHandles val="exact"/>
        </dgm:presLayoutVars>
      </dgm:prSet>
      <dgm:spPr/>
    </dgm:pt>
    <dgm:pt modelId="{30D8E32B-7643-45C6-AFE8-BFC5D0AFA806}" type="pres">
      <dgm:prSet presAssocID="{A02C7100-522F-4B34-81A3-5AC55FDB7A78}" presName="compNode" presStyleCnt="0"/>
      <dgm:spPr/>
    </dgm:pt>
    <dgm:pt modelId="{D4931DD6-9F79-46E1-B991-9ECEC73B7706}" type="pres">
      <dgm:prSet presAssocID="{A02C7100-522F-4B34-81A3-5AC55FDB7A7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8B743B-71E2-453D-AED7-5F7DB482B547}" type="pres">
      <dgm:prSet presAssocID="{A02C7100-522F-4B34-81A3-5AC55FDB7A78}" presName="iconSpace" presStyleCnt="0"/>
      <dgm:spPr/>
    </dgm:pt>
    <dgm:pt modelId="{92A1E7F7-D227-4AA3-95B6-4CEE76BBE59E}" type="pres">
      <dgm:prSet presAssocID="{A02C7100-522F-4B34-81A3-5AC55FDB7A78}" presName="parTx" presStyleLbl="revTx" presStyleIdx="0" presStyleCnt="4">
        <dgm:presLayoutVars>
          <dgm:chMax val="0"/>
          <dgm:chPref val="0"/>
        </dgm:presLayoutVars>
      </dgm:prSet>
      <dgm:spPr/>
    </dgm:pt>
    <dgm:pt modelId="{BB1F2807-CD5A-4326-9F44-212B8B2E707F}" type="pres">
      <dgm:prSet presAssocID="{A02C7100-522F-4B34-81A3-5AC55FDB7A78}" presName="txSpace" presStyleCnt="0"/>
      <dgm:spPr/>
    </dgm:pt>
    <dgm:pt modelId="{A7756407-8FF5-4860-98C9-533BB3F7B48F}" type="pres">
      <dgm:prSet presAssocID="{A02C7100-522F-4B34-81A3-5AC55FDB7A78}" presName="desTx" presStyleLbl="revTx" presStyleIdx="1" presStyleCnt="4">
        <dgm:presLayoutVars/>
      </dgm:prSet>
      <dgm:spPr/>
    </dgm:pt>
    <dgm:pt modelId="{1E44918B-A759-4E5A-86BF-34CCBC606571}" type="pres">
      <dgm:prSet presAssocID="{E313A004-C595-4AC8-8878-7FF2B623874A}" presName="sibTrans" presStyleCnt="0"/>
      <dgm:spPr/>
    </dgm:pt>
    <dgm:pt modelId="{11EC182F-25B8-4B5A-A85B-637F7953E355}" type="pres">
      <dgm:prSet presAssocID="{4AFC9E36-EE3D-453C-93D0-C39CF010E502}" presName="compNode" presStyleCnt="0"/>
      <dgm:spPr/>
    </dgm:pt>
    <dgm:pt modelId="{AB5DE8D3-3083-4CB5-9137-9FBAD8F85E77}" type="pres">
      <dgm:prSet presAssocID="{4AFC9E36-EE3D-453C-93D0-C39CF010E50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4EA8A1-A216-4F73-A942-46DB53D3E9C4}" type="pres">
      <dgm:prSet presAssocID="{4AFC9E36-EE3D-453C-93D0-C39CF010E502}" presName="iconSpace" presStyleCnt="0"/>
      <dgm:spPr/>
    </dgm:pt>
    <dgm:pt modelId="{1AA8D3D8-EE1C-44AB-A067-9F9B5841F4CD}" type="pres">
      <dgm:prSet presAssocID="{4AFC9E36-EE3D-453C-93D0-C39CF010E502}" presName="parTx" presStyleLbl="revTx" presStyleIdx="2" presStyleCnt="4">
        <dgm:presLayoutVars>
          <dgm:chMax val="0"/>
          <dgm:chPref val="0"/>
        </dgm:presLayoutVars>
      </dgm:prSet>
      <dgm:spPr/>
    </dgm:pt>
    <dgm:pt modelId="{D82D75CE-247B-4A51-9BF3-D8BA232E27BF}" type="pres">
      <dgm:prSet presAssocID="{4AFC9E36-EE3D-453C-93D0-C39CF010E502}" presName="txSpace" presStyleCnt="0"/>
      <dgm:spPr/>
    </dgm:pt>
    <dgm:pt modelId="{C8D77F2D-4D88-4B4B-A854-2D0B28A0EAAD}" type="pres">
      <dgm:prSet presAssocID="{4AFC9E36-EE3D-453C-93D0-C39CF010E502}" presName="desTx" presStyleLbl="revTx" presStyleIdx="3" presStyleCnt="4">
        <dgm:presLayoutVars/>
      </dgm:prSet>
      <dgm:spPr/>
    </dgm:pt>
  </dgm:ptLst>
  <dgm:cxnLst>
    <dgm:cxn modelId="{81198F21-C219-4702-895B-9BFA98BD34A1}" type="presOf" srcId="{0D506CC6-94FB-4946-A20C-21E1BA03C782}" destId="{C8D77F2D-4D88-4B4B-A854-2D0B28A0EAAD}" srcOrd="0" destOrd="0" presId="urn:microsoft.com/office/officeart/2018/2/layout/IconLabelDescriptionList"/>
    <dgm:cxn modelId="{5A36AF5E-73B3-4BCE-B7B8-A42B916A2629}" type="presOf" srcId="{3CB874F3-0CE0-463F-BF92-4B4D80118CA8}" destId="{C8D77F2D-4D88-4B4B-A854-2D0B28A0EAAD}" srcOrd="0" destOrd="1" presId="urn:microsoft.com/office/officeart/2018/2/layout/IconLabelDescriptionList"/>
    <dgm:cxn modelId="{16CBA567-0382-49DF-9FDF-048F11FD9E16}" srcId="{4AFC9E36-EE3D-453C-93D0-C39CF010E502}" destId="{C92DAC44-0A14-4933-A75A-C55240639F95}" srcOrd="2" destOrd="0" parTransId="{68D5C3F0-4BE4-406E-B15C-BA4C128A2A33}" sibTransId="{0103BEE7-845B-4A17-968B-454CBBC3FCFD}"/>
    <dgm:cxn modelId="{58852368-5FFC-47AF-8765-A68CB558A17D}" srcId="{A02C7100-522F-4B34-81A3-5AC55FDB7A78}" destId="{EE6B566F-1D7B-4D61-A9B8-96C30AE92496}" srcOrd="1" destOrd="0" parTransId="{A4857C83-96F7-4BA5-9805-84EEAAD466E8}" sibTransId="{E10567D6-E616-420C-82F9-CAA9B7F16905}"/>
    <dgm:cxn modelId="{4A50DE6E-C7D0-491D-9334-11835A112363}" srcId="{A02C7100-522F-4B34-81A3-5AC55FDB7A78}" destId="{89EE43FD-B15B-46B2-8C8D-1FAB2AC66D22}" srcOrd="0" destOrd="0" parTransId="{E9CB98D8-0650-4BE5-9E5D-0DFE952C6C9A}" sibTransId="{A117B258-893C-41A4-9302-9FDB5B2CE34F}"/>
    <dgm:cxn modelId="{41237D58-5800-4DD2-9285-DB33299808D8}" type="presOf" srcId="{89EE43FD-B15B-46B2-8C8D-1FAB2AC66D22}" destId="{A7756407-8FF5-4860-98C9-533BB3F7B48F}" srcOrd="0" destOrd="0" presId="urn:microsoft.com/office/officeart/2018/2/layout/IconLabelDescriptionList"/>
    <dgm:cxn modelId="{46F9CB79-23C9-4B11-9B7F-A88D01ADBD95}" type="presOf" srcId="{EE6B566F-1D7B-4D61-A9B8-96C30AE92496}" destId="{A7756407-8FF5-4860-98C9-533BB3F7B48F}" srcOrd="0" destOrd="1" presId="urn:microsoft.com/office/officeart/2018/2/layout/IconLabelDescriptionList"/>
    <dgm:cxn modelId="{DC5C115A-C818-46DC-8CC6-8DFF39D6D9AE}" type="presOf" srcId="{A02C7100-522F-4B34-81A3-5AC55FDB7A78}" destId="{92A1E7F7-D227-4AA3-95B6-4CEE76BBE59E}" srcOrd="0" destOrd="0" presId="urn:microsoft.com/office/officeart/2018/2/layout/IconLabelDescriptionList"/>
    <dgm:cxn modelId="{1304A57B-6930-415A-B1FA-356A52143E42}" type="presOf" srcId="{F8F9D357-45E9-46D6-9B84-86F4DE96E9A4}" destId="{56C52561-4AA6-4A74-8E9C-C8AB5053F5C4}" srcOrd="0" destOrd="0" presId="urn:microsoft.com/office/officeart/2018/2/layout/IconLabelDescriptionList"/>
    <dgm:cxn modelId="{A081299A-B4A2-496E-BCDC-4AD8762799C3}" srcId="{4AFC9E36-EE3D-453C-93D0-C39CF010E502}" destId="{3CB874F3-0CE0-463F-BF92-4B4D80118CA8}" srcOrd="1" destOrd="0" parTransId="{04169AB3-5BDC-4229-9B09-6FBD2F583876}" sibTransId="{B37840A6-13BB-465B-82D7-A7A9DCC585D2}"/>
    <dgm:cxn modelId="{680A59C0-0248-4EC8-8B64-410F02D154DF}" type="presOf" srcId="{C92DAC44-0A14-4933-A75A-C55240639F95}" destId="{C8D77F2D-4D88-4B4B-A854-2D0B28A0EAAD}" srcOrd="0" destOrd="2" presId="urn:microsoft.com/office/officeart/2018/2/layout/IconLabelDescriptionList"/>
    <dgm:cxn modelId="{A523F4C8-A091-4CDF-BFFD-3DA291B36FE5}" type="presOf" srcId="{4AFC9E36-EE3D-453C-93D0-C39CF010E502}" destId="{1AA8D3D8-EE1C-44AB-A067-9F9B5841F4CD}" srcOrd="0" destOrd="0" presId="urn:microsoft.com/office/officeart/2018/2/layout/IconLabelDescriptionList"/>
    <dgm:cxn modelId="{D1914BDE-42F7-426B-9E5E-7E720D9BB48B}" srcId="{F8F9D357-45E9-46D6-9B84-86F4DE96E9A4}" destId="{A02C7100-522F-4B34-81A3-5AC55FDB7A78}" srcOrd="0" destOrd="0" parTransId="{91E3F776-9DFF-4D76-8935-020726D448B4}" sibTransId="{E313A004-C595-4AC8-8878-7FF2B623874A}"/>
    <dgm:cxn modelId="{20EA3DE8-BFC4-4E8E-A294-0CB4B2D798CD}" srcId="{4AFC9E36-EE3D-453C-93D0-C39CF010E502}" destId="{0D506CC6-94FB-4946-A20C-21E1BA03C782}" srcOrd="0" destOrd="0" parTransId="{26C37B8D-4283-4F72-93E7-81675813EA2D}" sibTransId="{DF0B7115-B0D0-4052-B312-7057E8941650}"/>
    <dgm:cxn modelId="{1E4967E8-E772-4053-9A89-572E27F5C98F}" srcId="{F8F9D357-45E9-46D6-9B84-86F4DE96E9A4}" destId="{4AFC9E36-EE3D-453C-93D0-C39CF010E502}" srcOrd="1" destOrd="0" parTransId="{F146E36D-58FA-4100-9E46-143FFF637565}" sibTransId="{E29618EE-97FF-4247-942B-8A1D33E5B6C5}"/>
    <dgm:cxn modelId="{446FCC43-9FC0-46D7-9E69-02D8984E0769}" type="presParOf" srcId="{56C52561-4AA6-4A74-8E9C-C8AB5053F5C4}" destId="{30D8E32B-7643-45C6-AFE8-BFC5D0AFA806}" srcOrd="0" destOrd="0" presId="urn:microsoft.com/office/officeart/2018/2/layout/IconLabelDescriptionList"/>
    <dgm:cxn modelId="{994BFDEA-749F-4D18-9494-7C0FB38B4357}" type="presParOf" srcId="{30D8E32B-7643-45C6-AFE8-BFC5D0AFA806}" destId="{D4931DD6-9F79-46E1-B991-9ECEC73B7706}" srcOrd="0" destOrd="0" presId="urn:microsoft.com/office/officeart/2018/2/layout/IconLabelDescriptionList"/>
    <dgm:cxn modelId="{847A1C2B-5A11-4507-B8EB-C77850625B4B}" type="presParOf" srcId="{30D8E32B-7643-45C6-AFE8-BFC5D0AFA806}" destId="{BC8B743B-71E2-453D-AED7-5F7DB482B547}" srcOrd="1" destOrd="0" presId="urn:microsoft.com/office/officeart/2018/2/layout/IconLabelDescriptionList"/>
    <dgm:cxn modelId="{A3DE45C3-EA46-49FB-A068-1F6493F4F413}" type="presParOf" srcId="{30D8E32B-7643-45C6-AFE8-BFC5D0AFA806}" destId="{92A1E7F7-D227-4AA3-95B6-4CEE76BBE59E}" srcOrd="2" destOrd="0" presId="urn:microsoft.com/office/officeart/2018/2/layout/IconLabelDescriptionList"/>
    <dgm:cxn modelId="{10A6A718-471A-4E6C-B93C-F2F72C85DF60}" type="presParOf" srcId="{30D8E32B-7643-45C6-AFE8-BFC5D0AFA806}" destId="{BB1F2807-CD5A-4326-9F44-212B8B2E707F}" srcOrd="3" destOrd="0" presId="urn:microsoft.com/office/officeart/2018/2/layout/IconLabelDescriptionList"/>
    <dgm:cxn modelId="{AAC62FB2-64B2-4766-A86D-5ECCC9AFB556}" type="presParOf" srcId="{30D8E32B-7643-45C6-AFE8-BFC5D0AFA806}" destId="{A7756407-8FF5-4860-98C9-533BB3F7B48F}" srcOrd="4" destOrd="0" presId="urn:microsoft.com/office/officeart/2018/2/layout/IconLabelDescriptionList"/>
    <dgm:cxn modelId="{595C318C-9FCA-45C5-B7FE-68C6624F3E62}" type="presParOf" srcId="{56C52561-4AA6-4A74-8E9C-C8AB5053F5C4}" destId="{1E44918B-A759-4E5A-86BF-34CCBC606571}" srcOrd="1" destOrd="0" presId="urn:microsoft.com/office/officeart/2018/2/layout/IconLabelDescriptionList"/>
    <dgm:cxn modelId="{5BE94611-65AE-4E2B-AAC3-BA5FED58AC8B}" type="presParOf" srcId="{56C52561-4AA6-4A74-8E9C-C8AB5053F5C4}" destId="{11EC182F-25B8-4B5A-A85B-637F7953E355}" srcOrd="2" destOrd="0" presId="urn:microsoft.com/office/officeart/2018/2/layout/IconLabelDescriptionList"/>
    <dgm:cxn modelId="{BCDD696A-1AC5-4BBA-87AF-60A80E7776B8}" type="presParOf" srcId="{11EC182F-25B8-4B5A-A85B-637F7953E355}" destId="{AB5DE8D3-3083-4CB5-9137-9FBAD8F85E77}" srcOrd="0" destOrd="0" presId="urn:microsoft.com/office/officeart/2018/2/layout/IconLabelDescriptionList"/>
    <dgm:cxn modelId="{54C27459-0D12-4068-9E75-C2DC0C5E62EF}" type="presParOf" srcId="{11EC182F-25B8-4B5A-A85B-637F7953E355}" destId="{154EA8A1-A216-4F73-A942-46DB53D3E9C4}" srcOrd="1" destOrd="0" presId="urn:microsoft.com/office/officeart/2018/2/layout/IconLabelDescriptionList"/>
    <dgm:cxn modelId="{76DD5E28-60D3-49AD-B289-33500BB4B188}" type="presParOf" srcId="{11EC182F-25B8-4B5A-A85B-637F7953E355}" destId="{1AA8D3D8-EE1C-44AB-A067-9F9B5841F4CD}" srcOrd="2" destOrd="0" presId="urn:microsoft.com/office/officeart/2018/2/layout/IconLabelDescriptionList"/>
    <dgm:cxn modelId="{AAF21965-5333-429B-A4DA-FDAA64973463}" type="presParOf" srcId="{11EC182F-25B8-4B5A-A85B-637F7953E355}" destId="{D82D75CE-247B-4A51-9BF3-D8BA232E27BF}" srcOrd="3" destOrd="0" presId="urn:microsoft.com/office/officeart/2018/2/layout/IconLabelDescriptionList"/>
    <dgm:cxn modelId="{1B05AFED-F5FE-427E-9CB4-BB137DD9D67E}" type="presParOf" srcId="{11EC182F-25B8-4B5A-A85B-637F7953E355}" destId="{C8D77F2D-4D88-4B4B-A854-2D0B28A0EAA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662C76-67AD-4A78-87CE-3F2EE9F60C40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C673A98-E893-420B-A165-FEB90BE2F09B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LLM Implementation</a:t>
          </a:r>
          <a:endParaRPr lang="en-US"/>
        </a:p>
      </dgm:t>
    </dgm:pt>
    <dgm:pt modelId="{2A25487D-01DD-4EA6-B72C-98D0C0C3F442}" type="parTrans" cxnId="{A91447B7-5AB3-47AA-A19E-38EE2FAB78B5}">
      <dgm:prSet/>
      <dgm:spPr/>
      <dgm:t>
        <a:bodyPr/>
        <a:lstStyle/>
        <a:p>
          <a:endParaRPr lang="en-US"/>
        </a:p>
      </dgm:t>
    </dgm:pt>
    <dgm:pt modelId="{8F510049-8001-4437-A0BA-773F6EA72694}" type="sibTrans" cxnId="{A91447B7-5AB3-47AA-A19E-38EE2FAB78B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D422EF0-CE69-406A-9226-43019A459C2A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"Monday morning huddle routine"</a:t>
          </a:r>
        </a:p>
      </dgm:t>
    </dgm:pt>
    <dgm:pt modelId="{7F33B575-3F12-4584-9D54-FA2172EFCDB4}" type="parTrans" cxnId="{B7EBAF56-E640-4DAE-B159-BA1816CAFE1F}">
      <dgm:prSet/>
      <dgm:spPr/>
      <dgm:t>
        <a:bodyPr/>
        <a:lstStyle/>
        <a:p>
          <a:endParaRPr lang="en-US"/>
        </a:p>
      </dgm:t>
    </dgm:pt>
    <dgm:pt modelId="{2BE05D5F-FAB0-463C-B460-F1D4334D4474}" type="sibTrans" cxnId="{B7EBAF56-E640-4DAE-B159-BA1816CAFE1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6CCE711-05DD-41F5-9F26-AFD624B1450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Commitment tracker</a:t>
          </a:r>
          <a:endParaRPr lang="en-US"/>
        </a:p>
      </dgm:t>
    </dgm:pt>
    <dgm:pt modelId="{80518F64-D264-4553-9D9F-852BAEDD3EF9}" type="parTrans" cxnId="{A2277C12-A046-4B9C-89A1-B0219C093C49}">
      <dgm:prSet/>
      <dgm:spPr/>
      <dgm:t>
        <a:bodyPr/>
        <a:lstStyle/>
        <a:p>
          <a:endParaRPr lang="en-US"/>
        </a:p>
      </dgm:t>
    </dgm:pt>
    <dgm:pt modelId="{BF78A1FB-EE35-4417-A365-7153FC3AF2AD}" type="sibTrans" cxnId="{A2277C12-A046-4B9C-89A1-B0219C093C4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891FC8B-B059-494D-A6EC-CFD880DBF29A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Interactive LLM</a:t>
          </a:r>
          <a:endParaRPr lang="en-US"/>
        </a:p>
      </dgm:t>
    </dgm:pt>
    <dgm:pt modelId="{D1B1B397-3BA8-45B9-910E-8AB9BB5AE3C4}" type="parTrans" cxnId="{271DAA5E-E85D-41FE-95D9-A49DFC402099}">
      <dgm:prSet/>
      <dgm:spPr/>
      <dgm:t>
        <a:bodyPr/>
        <a:lstStyle/>
        <a:p>
          <a:endParaRPr lang="en-US"/>
        </a:p>
      </dgm:t>
    </dgm:pt>
    <dgm:pt modelId="{4F2D787F-D1A4-4926-B502-73B29EA025F8}" type="sibTrans" cxnId="{271DAA5E-E85D-41FE-95D9-A49DFC40209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5E86EBC-B243-492F-AE64-5576C3CD0CE6}">
      <dgm:prSet phldr="0"/>
      <dgm:spPr/>
      <dgm:t>
        <a:bodyPr/>
        <a:lstStyle/>
        <a:p>
          <a:r>
            <a:rPr lang="en-US" sz="1400">
              <a:latin typeface="Aptos Display" panose="02110004020202020204"/>
            </a:rPr>
            <a:t>use LLM to create a weekly summary for stakeholders</a:t>
          </a:r>
          <a:endParaRPr lang="en-US" sz="1400"/>
        </a:p>
      </dgm:t>
    </dgm:pt>
    <dgm:pt modelId="{BA4B86E0-6CBF-4CFC-B2E8-1D704AB6FA38}" type="parTrans" cxnId="{788A5C95-4027-4B2D-BFD6-D2529A435523}">
      <dgm:prSet/>
      <dgm:spPr/>
    </dgm:pt>
    <dgm:pt modelId="{D28CD261-92E0-4726-8BC7-AC8C1C1FCC00}" type="sibTrans" cxnId="{788A5C95-4027-4B2D-BFD6-D2529A435523}">
      <dgm:prSet phldrT="3" phldr="0"/>
      <dgm:spPr/>
    </dgm:pt>
    <dgm:pt modelId="{91A53A62-6043-4C59-94E6-04098142F311}">
      <dgm:prSet phldr="0"/>
      <dgm:spPr/>
      <dgm:t>
        <a:bodyPr/>
        <a:lstStyle/>
        <a:p>
          <a:pPr rtl="0"/>
          <a:r>
            <a:rPr lang="en-US" sz="1400">
              <a:latin typeface="Aptos Display" panose="02110004020202020204"/>
            </a:rPr>
            <a:t>Log for stakeholders to identify and report on responsibilities</a:t>
          </a:r>
        </a:p>
      </dgm:t>
    </dgm:pt>
    <dgm:pt modelId="{6885F28F-51FA-44D2-8BC4-ED3CA3D708C8}" type="parTrans" cxnId="{57CD60FA-4FCC-4060-BEFD-27E7DEB25BC3}">
      <dgm:prSet/>
      <dgm:spPr/>
    </dgm:pt>
    <dgm:pt modelId="{24CD94F8-AD6D-49E2-B2A0-D23BD17DE467}" type="sibTrans" cxnId="{57CD60FA-4FCC-4060-BEFD-27E7DEB25BC3}">
      <dgm:prSet phldrT="4" phldr="0"/>
      <dgm:spPr/>
    </dgm:pt>
    <dgm:pt modelId="{8270858D-51F1-44A7-9860-67335500F8F5}">
      <dgm:prSet phldr="0"/>
      <dgm:spPr/>
      <dgm:t>
        <a:bodyPr/>
        <a:lstStyle/>
        <a:p>
          <a:pPr rtl="0"/>
          <a:r>
            <a:rPr lang="en-US" sz="1400">
              <a:latin typeface="Aptos Display" panose="02110004020202020204"/>
            </a:rPr>
            <a:t>Sponsor wants to be able to talk to website</a:t>
          </a:r>
        </a:p>
      </dgm:t>
    </dgm:pt>
    <dgm:pt modelId="{AF93A2C5-E175-4B7C-ACDE-B287ABBF496A}" type="parTrans" cxnId="{859CB0D4-BA74-4F3C-9B42-13B4E65C28DB}">
      <dgm:prSet/>
      <dgm:spPr/>
    </dgm:pt>
    <dgm:pt modelId="{233FC329-53E1-470D-902A-2E0BA6C7B9FF}" type="sibTrans" cxnId="{859CB0D4-BA74-4F3C-9B42-13B4E65C28DB}">
      <dgm:prSet phldrT="5" phldr="0"/>
      <dgm:spPr/>
    </dgm:pt>
    <dgm:pt modelId="{E3284662-2D55-4FD4-A3BA-B3D1CE9F2BF6}" type="pres">
      <dgm:prSet presAssocID="{27662C76-67AD-4A78-87CE-3F2EE9F60C40}" presName="Name0" presStyleCnt="0">
        <dgm:presLayoutVars>
          <dgm:animLvl val="lvl"/>
          <dgm:resizeHandles val="exact"/>
        </dgm:presLayoutVars>
      </dgm:prSet>
      <dgm:spPr/>
    </dgm:pt>
    <dgm:pt modelId="{625F26A6-9720-460D-8D5B-1740D625F3D4}" type="pres">
      <dgm:prSet presAssocID="{5C673A98-E893-420B-A165-FEB90BE2F09B}" presName="compositeNode" presStyleCnt="0">
        <dgm:presLayoutVars>
          <dgm:bulletEnabled val="1"/>
        </dgm:presLayoutVars>
      </dgm:prSet>
      <dgm:spPr/>
    </dgm:pt>
    <dgm:pt modelId="{9E2A184C-CBBA-441F-8CA4-C91A52EB264A}" type="pres">
      <dgm:prSet presAssocID="{5C673A98-E893-420B-A165-FEB90BE2F09B}" presName="bgRect" presStyleLbl="bgAccFollowNode1" presStyleIdx="0" presStyleCnt="4"/>
      <dgm:spPr/>
    </dgm:pt>
    <dgm:pt modelId="{FFF31957-AF20-49A0-A073-9FE69DF86036}" type="pres">
      <dgm:prSet presAssocID="{8F510049-8001-4437-A0BA-773F6EA72694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7CD7406-8CCF-49AA-9967-F0891402971E}" type="pres">
      <dgm:prSet presAssocID="{5C673A98-E893-420B-A165-FEB90BE2F09B}" presName="bottomLine" presStyleLbl="alignNode1" presStyleIdx="1" presStyleCnt="8">
        <dgm:presLayoutVars/>
      </dgm:prSet>
      <dgm:spPr/>
    </dgm:pt>
    <dgm:pt modelId="{AA625E0A-8A70-4C6D-AC93-A41DF4AA857C}" type="pres">
      <dgm:prSet presAssocID="{5C673A98-E893-420B-A165-FEB90BE2F09B}" presName="nodeText" presStyleLbl="bgAccFollowNode1" presStyleIdx="0" presStyleCnt="4">
        <dgm:presLayoutVars>
          <dgm:bulletEnabled val="1"/>
        </dgm:presLayoutVars>
      </dgm:prSet>
      <dgm:spPr/>
    </dgm:pt>
    <dgm:pt modelId="{C02CE510-549D-4BAA-BD48-210EC3D2AF89}" type="pres">
      <dgm:prSet presAssocID="{8F510049-8001-4437-A0BA-773F6EA72694}" presName="sibTrans" presStyleCnt="0"/>
      <dgm:spPr/>
    </dgm:pt>
    <dgm:pt modelId="{95D3AF72-AA81-4FA8-A9CA-AC191AF41B58}" type="pres">
      <dgm:prSet presAssocID="{4D422EF0-CE69-406A-9226-43019A459C2A}" presName="compositeNode" presStyleCnt="0">
        <dgm:presLayoutVars>
          <dgm:bulletEnabled val="1"/>
        </dgm:presLayoutVars>
      </dgm:prSet>
      <dgm:spPr/>
    </dgm:pt>
    <dgm:pt modelId="{B32D1F03-3E4F-4F1D-811D-E82C3EBDEFED}" type="pres">
      <dgm:prSet presAssocID="{4D422EF0-CE69-406A-9226-43019A459C2A}" presName="bgRect" presStyleLbl="bgAccFollowNode1" presStyleIdx="1" presStyleCnt="4"/>
      <dgm:spPr/>
    </dgm:pt>
    <dgm:pt modelId="{D6F19FCE-39EF-47A5-97E1-89A85906A293}" type="pres">
      <dgm:prSet presAssocID="{2BE05D5F-FAB0-463C-B460-F1D4334D447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3EFA9D7-2C3E-4D1E-AAB2-FE39567E8738}" type="pres">
      <dgm:prSet presAssocID="{4D422EF0-CE69-406A-9226-43019A459C2A}" presName="bottomLine" presStyleLbl="alignNode1" presStyleIdx="3" presStyleCnt="8">
        <dgm:presLayoutVars/>
      </dgm:prSet>
      <dgm:spPr/>
    </dgm:pt>
    <dgm:pt modelId="{787B199D-39FE-4468-BA03-3A268A44FE4E}" type="pres">
      <dgm:prSet presAssocID="{4D422EF0-CE69-406A-9226-43019A459C2A}" presName="nodeText" presStyleLbl="bgAccFollowNode1" presStyleIdx="1" presStyleCnt="4">
        <dgm:presLayoutVars>
          <dgm:bulletEnabled val="1"/>
        </dgm:presLayoutVars>
      </dgm:prSet>
      <dgm:spPr/>
    </dgm:pt>
    <dgm:pt modelId="{C867AB0E-90F5-4181-9A64-49CC47229117}" type="pres">
      <dgm:prSet presAssocID="{2BE05D5F-FAB0-463C-B460-F1D4334D4474}" presName="sibTrans" presStyleCnt="0"/>
      <dgm:spPr/>
    </dgm:pt>
    <dgm:pt modelId="{A2C48963-818C-4BF7-86CE-A414022B1AC2}" type="pres">
      <dgm:prSet presAssocID="{46CCE711-05DD-41F5-9F26-AFD624B14505}" presName="compositeNode" presStyleCnt="0">
        <dgm:presLayoutVars>
          <dgm:bulletEnabled val="1"/>
        </dgm:presLayoutVars>
      </dgm:prSet>
      <dgm:spPr/>
    </dgm:pt>
    <dgm:pt modelId="{A618EF1C-0DA9-446A-90A7-7833EACB76E8}" type="pres">
      <dgm:prSet presAssocID="{46CCE711-05DD-41F5-9F26-AFD624B14505}" presName="bgRect" presStyleLbl="bgAccFollowNode1" presStyleIdx="2" presStyleCnt="4"/>
      <dgm:spPr/>
    </dgm:pt>
    <dgm:pt modelId="{1CAEE045-63B7-4CD8-81E6-56ABCEC37001}" type="pres">
      <dgm:prSet presAssocID="{BF78A1FB-EE35-4417-A365-7153FC3AF2AD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CAD0C1B-2396-4A57-9C84-901BE4A8C63C}" type="pres">
      <dgm:prSet presAssocID="{46CCE711-05DD-41F5-9F26-AFD624B14505}" presName="bottomLine" presStyleLbl="alignNode1" presStyleIdx="5" presStyleCnt="8">
        <dgm:presLayoutVars/>
      </dgm:prSet>
      <dgm:spPr/>
    </dgm:pt>
    <dgm:pt modelId="{7814354C-4CEE-4169-B11B-EBB1D33D8BB3}" type="pres">
      <dgm:prSet presAssocID="{46CCE711-05DD-41F5-9F26-AFD624B14505}" presName="nodeText" presStyleLbl="bgAccFollowNode1" presStyleIdx="2" presStyleCnt="4">
        <dgm:presLayoutVars>
          <dgm:bulletEnabled val="1"/>
        </dgm:presLayoutVars>
      </dgm:prSet>
      <dgm:spPr/>
    </dgm:pt>
    <dgm:pt modelId="{85BFB333-155A-46C3-ADB2-E3E4A9864586}" type="pres">
      <dgm:prSet presAssocID="{BF78A1FB-EE35-4417-A365-7153FC3AF2AD}" presName="sibTrans" presStyleCnt="0"/>
      <dgm:spPr/>
    </dgm:pt>
    <dgm:pt modelId="{6A5A23A7-2DA7-4DB1-84DB-178F7A98EB4E}" type="pres">
      <dgm:prSet presAssocID="{D891FC8B-B059-494D-A6EC-CFD880DBF29A}" presName="compositeNode" presStyleCnt="0">
        <dgm:presLayoutVars>
          <dgm:bulletEnabled val="1"/>
        </dgm:presLayoutVars>
      </dgm:prSet>
      <dgm:spPr/>
    </dgm:pt>
    <dgm:pt modelId="{EC06B1DA-09DC-456C-A504-4064BA555195}" type="pres">
      <dgm:prSet presAssocID="{D891FC8B-B059-494D-A6EC-CFD880DBF29A}" presName="bgRect" presStyleLbl="bgAccFollowNode1" presStyleIdx="3" presStyleCnt="4"/>
      <dgm:spPr/>
    </dgm:pt>
    <dgm:pt modelId="{C8534F1A-3EF4-4513-8827-57A093B6F4E7}" type="pres">
      <dgm:prSet presAssocID="{4F2D787F-D1A4-4926-B502-73B29EA025F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80AF716-5381-4344-B09B-DF2525129EFD}" type="pres">
      <dgm:prSet presAssocID="{D891FC8B-B059-494D-A6EC-CFD880DBF29A}" presName="bottomLine" presStyleLbl="alignNode1" presStyleIdx="7" presStyleCnt="8">
        <dgm:presLayoutVars/>
      </dgm:prSet>
      <dgm:spPr/>
    </dgm:pt>
    <dgm:pt modelId="{F822B089-3858-44D5-963D-12EAE12B867F}" type="pres">
      <dgm:prSet presAssocID="{D891FC8B-B059-494D-A6EC-CFD880DBF29A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BECD401-E60B-4E50-AA5F-45FF6D41A094}" type="presOf" srcId="{5C673A98-E893-420B-A165-FEB90BE2F09B}" destId="{AA625E0A-8A70-4C6D-AC93-A41DF4AA857C}" srcOrd="1" destOrd="0" presId="urn:microsoft.com/office/officeart/2016/7/layout/BasicLinearProcessNumbered"/>
    <dgm:cxn modelId="{5501CC0A-024D-4DF1-AA0C-6B7C7799E1AE}" type="presOf" srcId="{46CCE711-05DD-41F5-9F26-AFD624B14505}" destId="{A618EF1C-0DA9-446A-90A7-7833EACB76E8}" srcOrd="0" destOrd="0" presId="urn:microsoft.com/office/officeart/2016/7/layout/BasicLinearProcessNumbered"/>
    <dgm:cxn modelId="{A2277C12-A046-4B9C-89A1-B0219C093C49}" srcId="{27662C76-67AD-4A78-87CE-3F2EE9F60C40}" destId="{46CCE711-05DD-41F5-9F26-AFD624B14505}" srcOrd="2" destOrd="0" parTransId="{80518F64-D264-4553-9D9F-852BAEDD3EF9}" sibTransId="{BF78A1FB-EE35-4417-A365-7153FC3AF2AD}"/>
    <dgm:cxn modelId="{6C553513-20E6-4A5C-AD00-78BBC9250B8B}" type="presOf" srcId="{91A53A62-6043-4C59-94E6-04098142F311}" destId="{7814354C-4CEE-4169-B11B-EBB1D33D8BB3}" srcOrd="0" destOrd="1" presId="urn:microsoft.com/office/officeart/2016/7/layout/BasicLinearProcessNumbered"/>
    <dgm:cxn modelId="{A834501A-0879-4064-BB90-965B7AE16061}" type="presOf" srcId="{A5E86EBC-B243-492F-AE64-5576C3CD0CE6}" destId="{787B199D-39FE-4468-BA03-3A268A44FE4E}" srcOrd="0" destOrd="1" presId="urn:microsoft.com/office/officeart/2016/7/layout/BasicLinearProcessNumbered"/>
    <dgm:cxn modelId="{3020BF22-1E13-4B48-B967-AA375F9D43C3}" type="presOf" srcId="{BF78A1FB-EE35-4417-A365-7153FC3AF2AD}" destId="{1CAEE045-63B7-4CD8-81E6-56ABCEC37001}" srcOrd="0" destOrd="0" presId="urn:microsoft.com/office/officeart/2016/7/layout/BasicLinearProcessNumbered"/>
    <dgm:cxn modelId="{F114DF28-8A35-4E2F-AF69-3F46E09D6345}" type="presOf" srcId="{D891FC8B-B059-494D-A6EC-CFD880DBF29A}" destId="{F822B089-3858-44D5-963D-12EAE12B867F}" srcOrd="1" destOrd="0" presId="urn:microsoft.com/office/officeart/2016/7/layout/BasicLinearProcessNumbered"/>
    <dgm:cxn modelId="{1231AD31-7850-4EAF-B4EF-6A974F6CB745}" type="presOf" srcId="{D891FC8B-B059-494D-A6EC-CFD880DBF29A}" destId="{EC06B1DA-09DC-456C-A504-4064BA555195}" srcOrd="0" destOrd="0" presId="urn:microsoft.com/office/officeart/2016/7/layout/BasicLinearProcessNumbered"/>
    <dgm:cxn modelId="{271DAA5E-E85D-41FE-95D9-A49DFC402099}" srcId="{27662C76-67AD-4A78-87CE-3F2EE9F60C40}" destId="{D891FC8B-B059-494D-A6EC-CFD880DBF29A}" srcOrd="3" destOrd="0" parTransId="{D1B1B397-3BA8-45B9-910E-8AB9BB5AE3C4}" sibTransId="{4F2D787F-D1A4-4926-B502-73B29EA025F8}"/>
    <dgm:cxn modelId="{7514B543-FD88-442A-A5B1-25BCB178773C}" type="presOf" srcId="{4D422EF0-CE69-406A-9226-43019A459C2A}" destId="{B32D1F03-3E4F-4F1D-811D-E82C3EBDEFED}" srcOrd="0" destOrd="0" presId="urn:microsoft.com/office/officeart/2016/7/layout/BasicLinearProcessNumbered"/>
    <dgm:cxn modelId="{91968955-541B-4206-9B0D-637F0F53CDA1}" type="presOf" srcId="{8270858D-51F1-44A7-9860-67335500F8F5}" destId="{F822B089-3858-44D5-963D-12EAE12B867F}" srcOrd="0" destOrd="1" presId="urn:microsoft.com/office/officeart/2016/7/layout/BasicLinearProcessNumbered"/>
    <dgm:cxn modelId="{B7EBAF56-E640-4DAE-B159-BA1816CAFE1F}" srcId="{27662C76-67AD-4A78-87CE-3F2EE9F60C40}" destId="{4D422EF0-CE69-406A-9226-43019A459C2A}" srcOrd="1" destOrd="0" parTransId="{7F33B575-3F12-4584-9D54-FA2172EFCDB4}" sibTransId="{2BE05D5F-FAB0-463C-B460-F1D4334D4474}"/>
    <dgm:cxn modelId="{013F1282-B85F-4C42-AC93-A6EDE85E6D8A}" type="presOf" srcId="{5C673A98-E893-420B-A165-FEB90BE2F09B}" destId="{9E2A184C-CBBA-441F-8CA4-C91A52EB264A}" srcOrd="0" destOrd="0" presId="urn:microsoft.com/office/officeart/2016/7/layout/BasicLinearProcessNumbered"/>
    <dgm:cxn modelId="{E40AB491-9CF1-4682-84B2-086068F8E548}" type="presOf" srcId="{8F510049-8001-4437-A0BA-773F6EA72694}" destId="{FFF31957-AF20-49A0-A073-9FE69DF86036}" srcOrd="0" destOrd="0" presId="urn:microsoft.com/office/officeart/2016/7/layout/BasicLinearProcessNumbered"/>
    <dgm:cxn modelId="{FBC3E694-810E-4B79-842C-BCDF138FB35E}" type="presOf" srcId="{46CCE711-05DD-41F5-9F26-AFD624B14505}" destId="{7814354C-4CEE-4169-B11B-EBB1D33D8BB3}" srcOrd="1" destOrd="0" presId="urn:microsoft.com/office/officeart/2016/7/layout/BasicLinearProcessNumbered"/>
    <dgm:cxn modelId="{788A5C95-4027-4B2D-BFD6-D2529A435523}" srcId="{4D422EF0-CE69-406A-9226-43019A459C2A}" destId="{A5E86EBC-B243-492F-AE64-5576C3CD0CE6}" srcOrd="0" destOrd="0" parTransId="{BA4B86E0-6CBF-4CFC-B2E8-1D704AB6FA38}" sibTransId="{D28CD261-92E0-4726-8BC7-AC8C1C1FCC00}"/>
    <dgm:cxn modelId="{A91447B7-5AB3-47AA-A19E-38EE2FAB78B5}" srcId="{27662C76-67AD-4A78-87CE-3F2EE9F60C40}" destId="{5C673A98-E893-420B-A165-FEB90BE2F09B}" srcOrd="0" destOrd="0" parTransId="{2A25487D-01DD-4EA6-B72C-98D0C0C3F442}" sibTransId="{8F510049-8001-4437-A0BA-773F6EA72694}"/>
    <dgm:cxn modelId="{2B63E1C7-9F10-473F-95BC-19C4D4BC094E}" type="presOf" srcId="{4D422EF0-CE69-406A-9226-43019A459C2A}" destId="{787B199D-39FE-4468-BA03-3A268A44FE4E}" srcOrd="1" destOrd="0" presId="urn:microsoft.com/office/officeart/2016/7/layout/BasicLinearProcessNumbered"/>
    <dgm:cxn modelId="{1344F8C9-C924-4DB2-95AD-A26F446D7A36}" type="presOf" srcId="{2BE05D5F-FAB0-463C-B460-F1D4334D4474}" destId="{D6F19FCE-39EF-47A5-97E1-89A85906A293}" srcOrd="0" destOrd="0" presId="urn:microsoft.com/office/officeart/2016/7/layout/BasicLinearProcessNumbered"/>
    <dgm:cxn modelId="{859CB0D4-BA74-4F3C-9B42-13B4E65C28DB}" srcId="{D891FC8B-B059-494D-A6EC-CFD880DBF29A}" destId="{8270858D-51F1-44A7-9860-67335500F8F5}" srcOrd="0" destOrd="0" parTransId="{AF93A2C5-E175-4B7C-ACDE-B287ABBF496A}" sibTransId="{233FC329-53E1-470D-902A-2E0BA6C7B9FF}"/>
    <dgm:cxn modelId="{A97AA8DC-5880-46A1-9CD4-00C52F2631FC}" type="presOf" srcId="{27662C76-67AD-4A78-87CE-3F2EE9F60C40}" destId="{E3284662-2D55-4FD4-A3BA-B3D1CE9F2BF6}" srcOrd="0" destOrd="0" presId="urn:microsoft.com/office/officeart/2016/7/layout/BasicLinearProcessNumbered"/>
    <dgm:cxn modelId="{A458BDF4-B5B2-4713-A628-553265FBC1CE}" type="presOf" srcId="{4F2D787F-D1A4-4926-B502-73B29EA025F8}" destId="{C8534F1A-3EF4-4513-8827-57A093B6F4E7}" srcOrd="0" destOrd="0" presId="urn:microsoft.com/office/officeart/2016/7/layout/BasicLinearProcessNumbered"/>
    <dgm:cxn modelId="{57CD60FA-4FCC-4060-BEFD-27E7DEB25BC3}" srcId="{46CCE711-05DD-41F5-9F26-AFD624B14505}" destId="{91A53A62-6043-4C59-94E6-04098142F311}" srcOrd="0" destOrd="0" parTransId="{6885F28F-51FA-44D2-8BC4-ED3CA3D708C8}" sibTransId="{24CD94F8-AD6D-49E2-B2A0-D23BD17DE467}"/>
    <dgm:cxn modelId="{C15C87A6-A49C-48FA-A94D-5C827B280DEA}" type="presParOf" srcId="{E3284662-2D55-4FD4-A3BA-B3D1CE9F2BF6}" destId="{625F26A6-9720-460D-8D5B-1740D625F3D4}" srcOrd="0" destOrd="0" presId="urn:microsoft.com/office/officeart/2016/7/layout/BasicLinearProcessNumbered"/>
    <dgm:cxn modelId="{45E39D62-1328-4374-BFED-434FD6D045D3}" type="presParOf" srcId="{625F26A6-9720-460D-8D5B-1740D625F3D4}" destId="{9E2A184C-CBBA-441F-8CA4-C91A52EB264A}" srcOrd="0" destOrd="0" presId="urn:microsoft.com/office/officeart/2016/7/layout/BasicLinearProcessNumbered"/>
    <dgm:cxn modelId="{B00E67CA-5711-4E13-93A7-F65F55780831}" type="presParOf" srcId="{625F26A6-9720-460D-8D5B-1740D625F3D4}" destId="{FFF31957-AF20-49A0-A073-9FE69DF86036}" srcOrd="1" destOrd="0" presId="urn:microsoft.com/office/officeart/2016/7/layout/BasicLinearProcessNumbered"/>
    <dgm:cxn modelId="{BD5291AD-19F1-4C5E-A4F3-4206D5EF3064}" type="presParOf" srcId="{625F26A6-9720-460D-8D5B-1740D625F3D4}" destId="{37CD7406-8CCF-49AA-9967-F0891402971E}" srcOrd="2" destOrd="0" presId="urn:microsoft.com/office/officeart/2016/7/layout/BasicLinearProcessNumbered"/>
    <dgm:cxn modelId="{548868BD-ABC2-4567-9D8D-DF35431E2FC0}" type="presParOf" srcId="{625F26A6-9720-460D-8D5B-1740D625F3D4}" destId="{AA625E0A-8A70-4C6D-AC93-A41DF4AA857C}" srcOrd="3" destOrd="0" presId="urn:microsoft.com/office/officeart/2016/7/layout/BasicLinearProcessNumbered"/>
    <dgm:cxn modelId="{9E4BB6FC-1270-4DA1-B3D5-1E91DA81F49E}" type="presParOf" srcId="{E3284662-2D55-4FD4-A3BA-B3D1CE9F2BF6}" destId="{C02CE510-549D-4BAA-BD48-210EC3D2AF89}" srcOrd="1" destOrd="0" presId="urn:microsoft.com/office/officeart/2016/7/layout/BasicLinearProcessNumbered"/>
    <dgm:cxn modelId="{B6000449-1FD2-4A96-9160-CA65719D4178}" type="presParOf" srcId="{E3284662-2D55-4FD4-A3BA-B3D1CE9F2BF6}" destId="{95D3AF72-AA81-4FA8-A9CA-AC191AF41B58}" srcOrd="2" destOrd="0" presId="urn:microsoft.com/office/officeart/2016/7/layout/BasicLinearProcessNumbered"/>
    <dgm:cxn modelId="{D47EE77E-50A9-475D-8774-C010ACB1F9F6}" type="presParOf" srcId="{95D3AF72-AA81-4FA8-A9CA-AC191AF41B58}" destId="{B32D1F03-3E4F-4F1D-811D-E82C3EBDEFED}" srcOrd="0" destOrd="0" presId="urn:microsoft.com/office/officeart/2016/7/layout/BasicLinearProcessNumbered"/>
    <dgm:cxn modelId="{3D7757BE-BEA1-43D8-8754-41D6784DCA4D}" type="presParOf" srcId="{95D3AF72-AA81-4FA8-A9CA-AC191AF41B58}" destId="{D6F19FCE-39EF-47A5-97E1-89A85906A293}" srcOrd="1" destOrd="0" presId="urn:microsoft.com/office/officeart/2016/7/layout/BasicLinearProcessNumbered"/>
    <dgm:cxn modelId="{0BDEABC9-7937-4183-9935-E59827B56FBA}" type="presParOf" srcId="{95D3AF72-AA81-4FA8-A9CA-AC191AF41B58}" destId="{D3EFA9D7-2C3E-4D1E-AAB2-FE39567E8738}" srcOrd="2" destOrd="0" presId="urn:microsoft.com/office/officeart/2016/7/layout/BasicLinearProcessNumbered"/>
    <dgm:cxn modelId="{F6366ED2-FD66-4599-AF6C-DED6354A0B3A}" type="presParOf" srcId="{95D3AF72-AA81-4FA8-A9CA-AC191AF41B58}" destId="{787B199D-39FE-4468-BA03-3A268A44FE4E}" srcOrd="3" destOrd="0" presId="urn:microsoft.com/office/officeart/2016/7/layout/BasicLinearProcessNumbered"/>
    <dgm:cxn modelId="{EDF0F966-CBF7-46A1-AB5F-90E360AFB9EC}" type="presParOf" srcId="{E3284662-2D55-4FD4-A3BA-B3D1CE9F2BF6}" destId="{C867AB0E-90F5-4181-9A64-49CC47229117}" srcOrd="3" destOrd="0" presId="urn:microsoft.com/office/officeart/2016/7/layout/BasicLinearProcessNumbered"/>
    <dgm:cxn modelId="{9F70F242-E8B2-4CAC-AEBE-A2AF77E35908}" type="presParOf" srcId="{E3284662-2D55-4FD4-A3BA-B3D1CE9F2BF6}" destId="{A2C48963-818C-4BF7-86CE-A414022B1AC2}" srcOrd="4" destOrd="0" presId="urn:microsoft.com/office/officeart/2016/7/layout/BasicLinearProcessNumbered"/>
    <dgm:cxn modelId="{AD6B66FF-87BD-4A44-AA8B-DADCCF175C77}" type="presParOf" srcId="{A2C48963-818C-4BF7-86CE-A414022B1AC2}" destId="{A618EF1C-0DA9-446A-90A7-7833EACB76E8}" srcOrd="0" destOrd="0" presId="urn:microsoft.com/office/officeart/2016/7/layout/BasicLinearProcessNumbered"/>
    <dgm:cxn modelId="{1346CA26-5742-4D92-B6E6-6861362840CA}" type="presParOf" srcId="{A2C48963-818C-4BF7-86CE-A414022B1AC2}" destId="{1CAEE045-63B7-4CD8-81E6-56ABCEC37001}" srcOrd="1" destOrd="0" presId="urn:microsoft.com/office/officeart/2016/7/layout/BasicLinearProcessNumbered"/>
    <dgm:cxn modelId="{2259341E-234E-4BD1-9EC0-7463AEF012AE}" type="presParOf" srcId="{A2C48963-818C-4BF7-86CE-A414022B1AC2}" destId="{6CAD0C1B-2396-4A57-9C84-901BE4A8C63C}" srcOrd="2" destOrd="0" presId="urn:microsoft.com/office/officeart/2016/7/layout/BasicLinearProcessNumbered"/>
    <dgm:cxn modelId="{C251F03F-408A-4A8D-A077-1BEBFBB8BE48}" type="presParOf" srcId="{A2C48963-818C-4BF7-86CE-A414022B1AC2}" destId="{7814354C-4CEE-4169-B11B-EBB1D33D8BB3}" srcOrd="3" destOrd="0" presId="urn:microsoft.com/office/officeart/2016/7/layout/BasicLinearProcessNumbered"/>
    <dgm:cxn modelId="{6BA67EA7-2842-4ADE-AC31-6982F7B66AF9}" type="presParOf" srcId="{E3284662-2D55-4FD4-A3BA-B3D1CE9F2BF6}" destId="{85BFB333-155A-46C3-ADB2-E3E4A9864586}" srcOrd="5" destOrd="0" presId="urn:microsoft.com/office/officeart/2016/7/layout/BasicLinearProcessNumbered"/>
    <dgm:cxn modelId="{5BBF36BC-0D53-4057-9F23-209F199A005A}" type="presParOf" srcId="{E3284662-2D55-4FD4-A3BA-B3D1CE9F2BF6}" destId="{6A5A23A7-2DA7-4DB1-84DB-178F7A98EB4E}" srcOrd="6" destOrd="0" presId="urn:microsoft.com/office/officeart/2016/7/layout/BasicLinearProcessNumbered"/>
    <dgm:cxn modelId="{6A6625E7-67D0-43CB-94A1-B57A625EC917}" type="presParOf" srcId="{6A5A23A7-2DA7-4DB1-84DB-178F7A98EB4E}" destId="{EC06B1DA-09DC-456C-A504-4064BA555195}" srcOrd="0" destOrd="0" presId="urn:microsoft.com/office/officeart/2016/7/layout/BasicLinearProcessNumbered"/>
    <dgm:cxn modelId="{E3A1786D-622D-468E-9E72-6A791E725B5D}" type="presParOf" srcId="{6A5A23A7-2DA7-4DB1-84DB-178F7A98EB4E}" destId="{C8534F1A-3EF4-4513-8827-57A093B6F4E7}" srcOrd="1" destOrd="0" presId="urn:microsoft.com/office/officeart/2016/7/layout/BasicLinearProcessNumbered"/>
    <dgm:cxn modelId="{549098F5-DC53-49FC-996C-6635A6ED74CE}" type="presParOf" srcId="{6A5A23A7-2DA7-4DB1-84DB-178F7A98EB4E}" destId="{680AF716-5381-4344-B09B-DF2525129EFD}" srcOrd="2" destOrd="0" presId="urn:microsoft.com/office/officeart/2016/7/layout/BasicLinearProcessNumbered"/>
    <dgm:cxn modelId="{C6AB0977-A2A1-4AE8-A5A5-E42817A2311A}" type="presParOf" srcId="{6A5A23A7-2DA7-4DB1-84DB-178F7A98EB4E}" destId="{F822B089-3858-44D5-963D-12EAE12B867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1DD6-9F79-46E1-B991-9ECEC73B7706}">
      <dsp:nvSpPr>
        <dsp:cNvPr id="0" name=""/>
        <dsp:cNvSpPr/>
      </dsp:nvSpPr>
      <dsp:spPr>
        <a:xfrm>
          <a:off x="559800" y="50222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1E7F7-D227-4AA3-95B6-4CEE76BBE59E}">
      <dsp:nvSpPr>
        <dsp:cNvPr id="0" name=""/>
        <dsp:cNvSpPr/>
      </dsp:nvSpPr>
      <dsp:spPr>
        <a:xfrm>
          <a:off x="559800" y="21581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SQL Security</a:t>
          </a:r>
        </a:p>
      </dsp:txBody>
      <dsp:txXfrm>
        <a:off x="559800" y="2158145"/>
        <a:ext cx="4320000" cy="648000"/>
      </dsp:txXfrm>
    </dsp:sp>
    <dsp:sp modelId="{A7756407-8FF5-4860-98C9-533BB3F7B48F}">
      <dsp:nvSpPr>
        <dsp:cNvPr id="0" name=""/>
        <dsp:cNvSpPr/>
      </dsp:nvSpPr>
      <dsp:spPr>
        <a:xfrm>
          <a:off x="559800" y="2873082"/>
          <a:ext cx="4320000" cy="97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Properly sanitize input data when using relational databases to avoid SQL injections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 not construct with raw f-strings</a:t>
          </a:r>
        </a:p>
      </dsp:txBody>
      <dsp:txXfrm>
        <a:off x="559800" y="2873082"/>
        <a:ext cx="4320000" cy="976025"/>
      </dsp:txXfrm>
    </dsp:sp>
    <dsp:sp modelId="{AB5DE8D3-3083-4CB5-9137-9FBAD8F85E77}">
      <dsp:nvSpPr>
        <dsp:cNvPr id="0" name=""/>
        <dsp:cNvSpPr/>
      </dsp:nvSpPr>
      <dsp:spPr>
        <a:xfrm>
          <a:off x="5635800" y="50222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8D3D8-EE1C-44AB-A067-9F9B5841F4CD}">
      <dsp:nvSpPr>
        <dsp:cNvPr id="0" name=""/>
        <dsp:cNvSpPr/>
      </dsp:nvSpPr>
      <dsp:spPr>
        <a:xfrm>
          <a:off x="5635800" y="21581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VM security</a:t>
          </a:r>
        </a:p>
      </dsp:txBody>
      <dsp:txXfrm>
        <a:off x="5635800" y="2158145"/>
        <a:ext cx="4320000" cy="648000"/>
      </dsp:txXfrm>
    </dsp:sp>
    <dsp:sp modelId="{C8D77F2D-4D88-4B4B-A854-2D0B28A0EAAD}">
      <dsp:nvSpPr>
        <dsp:cNvPr id="0" name=""/>
        <dsp:cNvSpPr/>
      </dsp:nvSpPr>
      <dsp:spPr>
        <a:xfrm>
          <a:off x="5635800" y="2873082"/>
          <a:ext cx="4320000" cy="97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SSH access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Inbound + outbound firewall traffic</a:t>
          </a:r>
        </a:p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110004020202020204"/>
            </a:rPr>
            <a:t>Permission escalation attack</a:t>
          </a:r>
        </a:p>
      </dsp:txBody>
      <dsp:txXfrm>
        <a:off x="5635800" y="2873082"/>
        <a:ext cx="4320000" cy="9760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A184C-CBBA-441F-8CA4-C91A52EB264A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 Display" panose="02110004020202020204"/>
            </a:rPr>
            <a:t>LLM Implementation</a:t>
          </a:r>
          <a:endParaRPr lang="en-US" sz="2100" kern="1200"/>
        </a:p>
      </dsp:txBody>
      <dsp:txXfrm>
        <a:off x="3080" y="1765067"/>
        <a:ext cx="2444055" cy="2053006"/>
      </dsp:txXfrm>
    </dsp:sp>
    <dsp:sp modelId="{FFF31957-AF20-49A0-A073-9FE69DF86036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37CD7406-8CCF-49AA-9967-F0891402971E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2D1F03-3E4F-4F1D-811D-E82C3EBDEFED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 Display" panose="02110004020202020204"/>
            </a:rPr>
            <a:t>"Monday morning huddle routine"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use LLM to create a weekly summary for stakeholders</a:t>
          </a:r>
          <a:endParaRPr lang="en-US" sz="1600" kern="1200"/>
        </a:p>
      </dsp:txBody>
      <dsp:txXfrm>
        <a:off x="2691541" y="1765067"/>
        <a:ext cx="2444055" cy="2053006"/>
      </dsp:txXfrm>
    </dsp:sp>
    <dsp:sp modelId="{D6F19FCE-39EF-47A5-97E1-89A85906A293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D3EFA9D7-2C3E-4D1E-AAB2-FE39567E8738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18EF1C-0DA9-446A-90A7-7833EACB76E8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 Display" panose="02110004020202020204"/>
            </a:rPr>
            <a:t>Commitment tracker</a:t>
          </a:r>
          <a:endParaRPr lang="en-US" sz="21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Log for stakeholders to identify and report on responsibilities</a:t>
          </a:r>
        </a:p>
      </dsp:txBody>
      <dsp:txXfrm>
        <a:off x="5380002" y="1765067"/>
        <a:ext cx="2444055" cy="2053006"/>
      </dsp:txXfrm>
    </dsp:sp>
    <dsp:sp modelId="{1CAEE045-63B7-4CD8-81E6-56ABCEC37001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6CAD0C1B-2396-4A57-9C84-901BE4A8C63C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06B1DA-09DC-456C-A504-4064BA555195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 Display" panose="02110004020202020204"/>
            </a:rPr>
            <a:t>Interactive LLM</a:t>
          </a:r>
          <a:endParaRPr lang="en-US" sz="21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110004020202020204"/>
            </a:rPr>
            <a:t>Sponsor wants to be able to talk to website</a:t>
          </a:r>
        </a:p>
      </dsp:txBody>
      <dsp:txXfrm>
        <a:off x="8068463" y="1765067"/>
        <a:ext cx="2444055" cy="2053006"/>
      </dsp:txXfrm>
    </dsp:sp>
    <dsp:sp modelId="{C8534F1A-3EF4-4513-8827-57A093B6F4E7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680AF716-5381-4344-B09B-DF2525129EFD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AAE4-A453-4892-A108-73E4F334787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7A377-AF79-477F-B409-EECBF092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8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5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72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33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0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21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9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66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86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53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Joshua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30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Donald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6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7303-9360-C71E-AD24-16643341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5FE5B-FE1A-E947-C427-B766A1B07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AE059-CC0B-C9B8-80FE-720A67D5B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750E-4C14-B1CA-2209-94320CD6E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20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7A377-AF79-477F-B409-EECBF0929E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1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53B8-2C46-4002-0465-0A5B8A9F0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AEBB8-A43C-98F5-9C95-E70BB445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F9998-0C9B-05A4-9733-FAC5383D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98EF-2E66-1A18-4C00-2A3BB891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75A7-DFC9-635F-F17A-3844CC33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5CC5-235E-992C-7D53-839BA13F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9341-417A-E30E-6066-61E2DF369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A504-358B-5AF4-B253-EAA437A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89B94-CE28-B284-065D-E0AC8F6C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C6B1-3C23-C12C-4403-63AAD0BB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4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2A5E-8C11-4EB0-6935-D7F36BD6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00BA0-3767-191F-EE61-131D1E661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2F94-271B-4353-3E75-CAA32C59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CB80-6105-CEFD-A3AE-F533B2FF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72910-28A1-61E1-926C-898DAD9D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9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3BF3-EAA1-E2F3-5D5C-7AFD2AAE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B935-FEA0-92F3-ADEC-CFAD70F84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9E2CA-A6A7-CA83-C6A3-8DED7B937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FFE39-3AA4-852F-6E28-071C37B9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90126-D816-86BE-1167-3954367F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6394E-DE08-DF59-30DE-65EBD6D2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9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9715-49F8-24E5-59ED-90B62AB3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73518-5B0E-5F71-7147-2FF4E8B87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F8459-6B30-68E7-202C-329839697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2CC23-07CD-ACB7-33BE-502B94B63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E7864-6EA0-559C-6155-13B85AE02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1C1EC-13CE-658D-64C1-1E529693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42D7F-90BA-9544-BEF3-18D78C05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5B030-74C0-B8D0-D071-41A97A7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4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CC83-0E71-C963-3359-36C1A6D3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CC81-E7CA-9AF4-0B01-B5CDDBB0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1AA3E-0D93-70F8-1F64-308F596F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2A9D1-5F14-9076-9E32-86C75AE8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EFF90-493C-88A0-0196-26A67EE4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D8A81-A986-004C-B129-2C59E217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C197-F90F-2F40-3CAC-C897377C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B66B-9DE4-92F0-AFD2-9CD06EB1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CB60-387A-00F9-E75C-6C3DDCE1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08BCC-FFFB-30CC-6E72-13AF2BF51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C947A-226B-C998-079A-41D7715C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407E5-27E8-C144-C924-F888083A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7439-5E6B-687A-4334-0DC8AC1F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99B9-4882-A26A-C97A-CEA11081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4EC69-AC00-2822-709A-64D3DF36B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8645B-472D-4674-755B-5E0A8F00A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172B-1629-266E-AC56-BAF8EE5C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DC5AF-79A5-A6FE-8703-205296F5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31996-C358-9BD4-1F49-679588A9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1AF3-A509-3DA4-59A9-2B339BDB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5B1EC-B09A-69C0-479F-650EDF3F8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FE1B-2C2B-E528-9A00-559D93CC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1E0F-E55E-F5AE-E7DE-4BEDB433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E7022-C84F-2048-56FA-09073FB6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FC025-1038-4C0E-AD04-D917C344A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40B21-43FD-6C8F-8290-38B2E75D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8315C-AF98-6C49-7E32-F7CD4A66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4A7F-735D-43AA-7DC1-E485D238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94E6E-CD43-831F-AD6C-68DA35B4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0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32C8C-C886-0642-D3DF-9C0C64B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65AE-B8BE-8839-F954-3E813BF75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4D0F-7CBB-D38F-3489-8CC324BA8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4BF30-E9C5-46A7-B1AA-282F094717C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EBEC8-3698-31AF-3AF9-7390AFAD0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8E63-DC02-2781-76BC-0BF92945C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E1297-0856-4CBB-88B9-4B83E46E9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lebErickson21/CS495-Project-Page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cs-495-project-page.vercel.app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hyperlink" Target="https://github.com/doncha-poj/Strata-OS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strata-capital-os.com/log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rata-capital-os.com/logi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072245-898C-45C4-C539-C63D6FAF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Decision Support Sprint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541F9-A84F-3519-1895-6E216EA9D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CS 495</a:t>
            </a:r>
          </a:p>
          <a:p>
            <a:r>
              <a:rPr lang="en-US" sz="2000">
                <a:solidFill>
                  <a:schemeClr val="tx2"/>
                </a:solidFill>
              </a:rPr>
              <a:t>Caleb Erickson, Brett Waldvogel, Donald </a:t>
            </a:r>
            <a:r>
              <a:rPr lang="en-US" sz="2000" err="1">
                <a:solidFill>
                  <a:schemeClr val="tx2"/>
                </a:solidFill>
              </a:rPr>
              <a:t>Chanthirath</a:t>
            </a:r>
            <a:r>
              <a:rPr lang="en-US" sz="2000">
                <a:solidFill>
                  <a:schemeClr val="tx2"/>
                </a:solidFill>
              </a:rPr>
              <a:t>, Josh Keane, Daniel Igbokwe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055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F56A-7705-A500-19BD-F60FB55D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51732"/>
            <a:ext cx="10506456" cy="899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/>
              <a:t>Decision Support Team</a:t>
            </a:r>
            <a:endParaRPr lang="en-US" sz="5200" b="1" kern="1200">
              <a:latin typeface="+mj-lt"/>
            </a:endParaRPr>
          </a:p>
        </p:txBody>
      </p:sp>
      <p:pic>
        <p:nvPicPr>
          <p:cNvPr id="4" name="Content Placeholder 3" descr="A person in a suit&#10;&#10;AI-generated content may be incorrect.">
            <a:extLst>
              <a:ext uri="{FF2B5EF4-FFF2-40B4-BE49-F238E27FC236}">
                <a16:creationId xmlns:a16="http://schemas.microsoft.com/office/drawing/2014/main" id="{D795F7E6-984A-086C-3D79-54ED91306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5" b="6617"/>
          <a:stretch>
            <a:fillRect/>
          </a:stretch>
        </p:blipFill>
        <p:spPr>
          <a:xfrm>
            <a:off x="184558" y="187900"/>
            <a:ext cx="2255462" cy="3155238"/>
          </a:xfrm>
          <a:prstGeom prst="rect">
            <a:avLst/>
          </a:prstGeom>
        </p:spPr>
      </p:pic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F0E6905-81F0-82C7-0424-55DD5F8A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09" r="11007" b="-1"/>
          <a:stretch>
            <a:fillRect/>
          </a:stretch>
        </p:blipFill>
        <p:spPr>
          <a:xfrm>
            <a:off x="2575696" y="187900"/>
            <a:ext cx="2255462" cy="3155238"/>
          </a:xfrm>
          <a:prstGeom prst="rect">
            <a:avLst/>
          </a:prstGeom>
        </p:spPr>
      </p:pic>
      <p:pic>
        <p:nvPicPr>
          <p:cNvPr id="7" name="Picture 6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E8CB8E46-F498-4B88-1C5B-0367A91A7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9" r="11007" b="-1"/>
          <a:stretch>
            <a:fillRect/>
          </a:stretch>
        </p:blipFill>
        <p:spPr>
          <a:xfrm>
            <a:off x="4966833" y="187900"/>
            <a:ext cx="2255462" cy="3155238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C196DC1-CA11-06AC-931C-CFB818F7DD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98" r="21599" b="2"/>
          <a:stretch>
            <a:fillRect/>
          </a:stretch>
        </p:blipFill>
        <p:spPr>
          <a:xfrm>
            <a:off x="7357971" y="187900"/>
            <a:ext cx="2255462" cy="3155238"/>
          </a:xfrm>
          <a:prstGeom prst="rect">
            <a:avLst/>
          </a:prstGeom>
        </p:spPr>
      </p:pic>
      <p:pic>
        <p:nvPicPr>
          <p:cNvPr id="8" name="Picture 7" descr="A person with long hair&#10;&#10;AI-generated content may be incorrect.">
            <a:extLst>
              <a:ext uri="{FF2B5EF4-FFF2-40B4-BE49-F238E27FC236}">
                <a16:creationId xmlns:a16="http://schemas.microsoft.com/office/drawing/2014/main" id="{B08E6FDF-9E70-07FA-E126-5A379B63A7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758" r="12758" b="-1"/>
          <a:stretch>
            <a:fillRect/>
          </a:stretch>
        </p:blipFill>
        <p:spPr>
          <a:xfrm>
            <a:off x="9749109" y="187900"/>
            <a:ext cx="2255462" cy="3155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A8F37F-DE9E-B053-3A0E-6631CDBBF002}"/>
              </a:ext>
            </a:extLst>
          </p:cNvPr>
          <p:cNvSpPr txBox="1"/>
          <p:nvPr/>
        </p:nvSpPr>
        <p:spPr>
          <a:xfrm>
            <a:off x="2984386" y="3342603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Caleb Erickson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23205-6D47-BB9F-FE24-0A6987C7211A}"/>
              </a:ext>
            </a:extLst>
          </p:cNvPr>
          <p:cNvSpPr txBox="1"/>
          <p:nvPr/>
        </p:nvSpPr>
        <p:spPr>
          <a:xfrm>
            <a:off x="587951" y="3342603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Brett</a:t>
            </a:r>
          </a:p>
          <a:p>
            <a:pPr algn="ctr"/>
            <a:r>
              <a:rPr lang="en-US" sz="2000" b="1"/>
              <a:t>Waldvogel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4EEFB-D4F2-FACB-B44E-41D76F8ADDD3}"/>
              </a:ext>
            </a:extLst>
          </p:cNvPr>
          <p:cNvSpPr txBox="1"/>
          <p:nvPr/>
        </p:nvSpPr>
        <p:spPr>
          <a:xfrm>
            <a:off x="5248298" y="3342603"/>
            <a:ext cx="169746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Donald</a:t>
            </a:r>
          </a:p>
          <a:p>
            <a:pPr algn="ctr"/>
            <a:r>
              <a:rPr lang="en-US" sz="2000" b="1" err="1"/>
              <a:t>Chanthirath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78372-05CA-CDE3-2935-28416BB7194C}"/>
              </a:ext>
            </a:extLst>
          </p:cNvPr>
          <p:cNvSpPr txBox="1"/>
          <p:nvPr/>
        </p:nvSpPr>
        <p:spPr>
          <a:xfrm>
            <a:off x="7777255" y="3342602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Daniel</a:t>
            </a:r>
          </a:p>
          <a:p>
            <a:pPr algn="ctr"/>
            <a:r>
              <a:rPr lang="en-US" sz="2000" b="1">
                <a:solidFill>
                  <a:srgbClr val="000000"/>
                </a:solidFill>
              </a:rPr>
              <a:t>Igbokwe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F74A5-B816-6B7A-79DE-60E93A0242D5}"/>
              </a:ext>
            </a:extLst>
          </p:cNvPr>
          <p:cNvSpPr txBox="1"/>
          <p:nvPr/>
        </p:nvSpPr>
        <p:spPr>
          <a:xfrm>
            <a:off x="10162646" y="3342602"/>
            <a:ext cx="14324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Josh</a:t>
            </a:r>
            <a:endParaRPr lang="en-US"/>
          </a:p>
          <a:p>
            <a:pPr algn="ctr"/>
            <a:r>
              <a:rPr lang="en-US" sz="2000" b="1"/>
              <a:t>Keane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FFF31-0253-74F4-B9A1-5DF95AC92D60}"/>
              </a:ext>
            </a:extLst>
          </p:cNvPr>
          <p:cNvSpPr txBox="1"/>
          <p:nvPr/>
        </p:nvSpPr>
        <p:spPr>
          <a:xfrm>
            <a:off x="185615" y="5197231"/>
            <a:ext cx="1182077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>
                <a:solidFill>
                  <a:srgbClr val="000000"/>
                </a:solidFill>
                <a:latin typeface="Aptos Display"/>
              </a:rPr>
              <a:t>Project Page:</a:t>
            </a:r>
            <a:r>
              <a:rPr lang="en-US" i="1" dirty="0">
                <a:solidFill>
                  <a:srgbClr val="000000"/>
                </a:solidFill>
                <a:latin typeface="Aptos Display"/>
              </a:rPr>
              <a:t> 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https://cs-495-project-page.vercel.app/</a:t>
            </a:r>
            <a:endParaRPr lang="en-US" i="1">
              <a:solidFill>
                <a:srgbClr val="000000"/>
              </a:solidFill>
              <a:latin typeface="Aptos" panose="02110004020202020204"/>
            </a:endParaRPr>
          </a:p>
          <a:p>
            <a:pPr algn="ctr"/>
            <a:r>
              <a:rPr lang="en-US" b="1" i="1" dirty="0">
                <a:latin typeface="Aptos Display"/>
              </a:rPr>
              <a:t>Project </a:t>
            </a:r>
            <a:r>
              <a:rPr lang="en-US" b="1" i="1" dirty="0" err="1">
                <a:latin typeface="Aptos Display"/>
              </a:rPr>
              <a:t>Github</a:t>
            </a:r>
            <a:r>
              <a:rPr lang="en-US" b="1" i="1" dirty="0">
                <a:latin typeface="Aptos Display"/>
              </a:rPr>
              <a:t>:</a:t>
            </a:r>
            <a:r>
              <a:rPr lang="en-US" i="1" dirty="0">
                <a:latin typeface="Aptos Display"/>
              </a:rPr>
              <a:t> </a:t>
            </a:r>
            <a:r>
              <a:rPr lang="en-US" dirty="0">
                <a:ea typeface="+mn-lt"/>
                <a:cs typeface="+mn-lt"/>
                <a:hlinkClick r:id="rId8"/>
              </a:rPr>
              <a:t>https://github.com/CalebErickson21/CS495-Project-Page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b="1" i="1">
                <a:latin typeface="Aptos Display"/>
              </a:rPr>
              <a:t>Production Page:</a:t>
            </a:r>
            <a:r>
              <a:rPr lang="en-US" i="1">
                <a:latin typeface="Aptos Display"/>
              </a:rPr>
              <a:t> </a:t>
            </a:r>
            <a:r>
              <a:rPr lang="en-US" dirty="0">
                <a:latin typeface="Aptos Display"/>
              </a:rPr>
              <a:t> </a:t>
            </a:r>
            <a:r>
              <a:rPr lang="en-US" dirty="0">
                <a:hlinkClick r:id="rId9"/>
              </a:rPr>
              <a:t>https://strata-capital-os.com/login</a:t>
            </a:r>
            <a:endParaRPr lang="en-US"/>
          </a:p>
          <a:p>
            <a:pPr algn="ctr"/>
            <a:r>
              <a:rPr lang="en-US" b="1" i="1" dirty="0">
                <a:latin typeface="Aptos Display"/>
              </a:rPr>
              <a:t>Production </a:t>
            </a:r>
            <a:r>
              <a:rPr lang="en-US" b="1" i="1" dirty="0" err="1">
                <a:latin typeface="Aptos Display"/>
              </a:rPr>
              <a:t>Github</a:t>
            </a:r>
            <a:r>
              <a:rPr lang="en-US" b="1" i="1" dirty="0">
                <a:latin typeface="Aptos Display"/>
              </a:rPr>
              <a:t>:</a:t>
            </a:r>
            <a:r>
              <a:rPr lang="en-US" i="1" dirty="0">
                <a:latin typeface="Aptos Display"/>
              </a:rPr>
              <a:t> </a:t>
            </a:r>
            <a:r>
              <a:rPr lang="en-US" dirty="0">
                <a:hlinkClick r:id="rId10"/>
              </a:rPr>
              <a:t>https://github.com/doncha-poj/Strata-OS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0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3D334-6B27-1459-A1DB-ACE9DBE4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54" y="-265667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Project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3A8D-13EB-78E0-5C86-25BEBC7B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487" y="1949885"/>
            <a:ext cx="464690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/>
              <a:t>Data driven dashboard for Strata Capital</a:t>
            </a:r>
          </a:p>
          <a:p>
            <a:r>
              <a:rPr lang="en-US" sz="2400"/>
              <a:t>Turned fragmented, siloes spreadsheets into unified source of truth</a:t>
            </a:r>
          </a:p>
          <a:p>
            <a:r>
              <a:rPr lang="en-US" sz="2400"/>
              <a:t>Create interactive visuals for</a:t>
            </a:r>
          </a:p>
          <a:p>
            <a:pPr lvl="1"/>
            <a:r>
              <a:rPr lang="en-US"/>
              <a:t>Cash flow</a:t>
            </a:r>
          </a:p>
          <a:p>
            <a:pPr lvl="1"/>
            <a:r>
              <a:rPr lang="en-US"/>
              <a:t>Project performance</a:t>
            </a:r>
          </a:p>
          <a:p>
            <a:pPr lvl="1"/>
            <a:r>
              <a:rPr lang="en-US"/>
              <a:t>Forecasts</a:t>
            </a:r>
          </a:p>
          <a:p>
            <a:r>
              <a:rPr lang="en-US" sz="2400"/>
              <a:t>Deliver simple executive scoreboard to track business health</a:t>
            </a:r>
          </a:p>
          <a:p>
            <a:r>
              <a:rPr lang="en-US" sz="2400"/>
              <a:t>Integrate AI to ask questions about dashboard data in natural language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1C604C0-328E-38F7-F1CA-BB3BE17B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87" r="250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8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CAC5-0A8A-D0EF-72F9-1B2D6D8C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Sprint Priorities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C85C24AA-35D0-7664-D6DE-B4743DAA4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DC2C1-1949-9348-5D0C-2B139410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r>
              <a:rPr lang="en-US" sz="2400">
                <a:solidFill>
                  <a:schemeClr val="tx2"/>
                </a:solidFill>
              </a:rPr>
              <a:t>Phase 2 of sponsor's three phase plan</a:t>
            </a:r>
          </a:p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Build executive dashboard</a:t>
            </a:r>
            <a:endParaRPr lang="en-US" sz="24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Lag measures: cash floor, revenue forecast, portfolio profit</a:t>
            </a:r>
            <a:endParaRPr lang="en-US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Lead measures: production velocity, draw velocity, deal score</a:t>
            </a:r>
            <a:endParaRPr lang="en-US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Visual components: Cash Tank Bar, Velocity Line Chart, Off-Track Counter</a:t>
            </a:r>
            <a:endParaRPr lang="en-US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Split dashboard into front-end and back-end architecture</a:t>
            </a:r>
          </a:p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Implement user login and authentication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158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07B8C-E702-54B4-FDCC-6410CCD1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26405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Sprint Achievements and Sponsor Feedback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5EE4-1AF7-BB09-8748-6AAF7C21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993280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Built the 4DX Executive Scoreboard with all lag measures, lead measures, and visual components in a single Summary Tab</a:t>
            </a:r>
            <a:endParaRPr lang="en-US" sz="2400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Split dashboard into separate front-end and back-end architecture for scalability</a:t>
            </a:r>
          </a:p>
          <a:p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Login and authentication system implemented to secure dashboard access</a:t>
            </a:r>
          </a:p>
          <a:p>
            <a:r>
              <a:rPr lang="en-US" sz="2400">
                <a:solidFill>
                  <a:schemeClr val="tx2"/>
                </a:solidFill>
              </a:rPr>
              <a:t>Sponsor reiterates desire for finding best fit LLM + RAG framework for dashboard</a:t>
            </a:r>
          </a:p>
          <a:p>
            <a:r>
              <a:rPr lang="en-US" sz="2400">
                <a:solidFill>
                  <a:schemeClr val="tx2"/>
                </a:solidFill>
              </a:rPr>
              <a:t>Sponsor hints at desire for more visually appealing dashboard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84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3BC2E-3594-5176-99DB-B8B0B91A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528204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Sprint Backlog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Content Placeholder 6" descr="A screenshot of a document&#10;&#10;AI-generated content may be incorrect.">
            <a:extLst>
              <a:ext uri="{FF2B5EF4-FFF2-40B4-BE49-F238E27FC236}">
                <a16:creationId xmlns:a16="http://schemas.microsoft.com/office/drawing/2014/main" id="{AA12E037-4A93-6230-23B8-EEBE9B88F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9226" y="2092393"/>
            <a:ext cx="9833548" cy="232899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7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3508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C910-2251-74D8-5308-E3539654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Cyber Feedback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8521FB-FE8A-5D28-F4CB-9C793A753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7293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13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80EA2F-81C2-475A-115E-FDF239B8B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FF4AB-8584-6B77-48CD-472A0BEB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Sprint 3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409AE6-BF31-CF71-13B8-1E1EB8163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3154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920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5F2AD-03A1-BE5B-72E3-CA58FDB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Lessons Learned</a:t>
            </a:r>
          </a:p>
        </p:txBody>
      </p:sp>
      <p:pic>
        <p:nvPicPr>
          <p:cNvPr id="7" name="Graphic 6" descr="Report Add">
            <a:extLst>
              <a:ext uri="{FF2B5EF4-FFF2-40B4-BE49-F238E27FC236}">
                <a16:creationId xmlns:a16="http://schemas.microsoft.com/office/drawing/2014/main" id="{75C59847-67DD-9B63-73BF-70724D8CE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8978A7B-5D97-B200-D066-F2528F2B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Separating the front-end and back-end 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Created a cleaner, highly scalable foundation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Non-technical sponsors judge progress by visuals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Polish the interface earlier in the cycle</a:t>
            </a: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20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95605-3038-1032-95F7-3F5ED2D6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89F5-3912-29EE-9ADA-779E216DA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1800"/>
          </a:p>
          <a:p>
            <a:r>
              <a:rPr lang="en-US" sz="1800"/>
              <a:t>Docker</a:t>
            </a:r>
          </a:p>
          <a:p>
            <a:pPr lvl="1"/>
            <a:r>
              <a:rPr lang="en-US" sz="1800"/>
              <a:t>Containerization prevents dependency conflicts on different machines</a:t>
            </a:r>
          </a:p>
          <a:p>
            <a:r>
              <a:rPr lang="en-US" sz="1800"/>
              <a:t>Google Cloud VM</a:t>
            </a:r>
          </a:p>
          <a:p>
            <a:pPr lvl="1"/>
            <a:r>
              <a:rPr lang="en-US" sz="1800"/>
              <a:t>Web deployment of containerized app</a:t>
            </a:r>
          </a:p>
          <a:p>
            <a:pPr lvl="1"/>
            <a:r>
              <a:rPr lang="en-US" sz="1800"/>
              <a:t>GC interface is harder to navigate compared to Microsoft Azure</a:t>
            </a:r>
          </a:p>
          <a:p>
            <a:pPr indent="-342900"/>
            <a:r>
              <a:rPr lang="en-US" sz="1800"/>
              <a:t>Cursor</a:t>
            </a:r>
          </a:p>
          <a:p>
            <a:pPr lvl="1"/>
            <a:r>
              <a:rPr lang="en-US" sz="1800"/>
              <a:t>AI integrated IDE with git-style interface for viewing AI code suggestions and changes</a:t>
            </a:r>
          </a:p>
          <a:p>
            <a:pPr lvl="1"/>
            <a:r>
              <a:rPr lang="en-US" sz="1800"/>
              <a:t>Different agent modes for asking, planning, debugging, and writing code</a:t>
            </a:r>
          </a:p>
          <a:p>
            <a:endParaRPr lang="en-US" sz="1800"/>
          </a:p>
          <a:p>
            <a:pPr lvl="1"/>
            <a:endParaRPr lang="en-US" sz="1800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0C061FB2-9FD1-5C6E-41F6-32EB84A5E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17" r="1184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0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ED84C-8114-165C-34A2-4050344D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Brett's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8323-8C95-05DE-1FCA-62557336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400"/>
              <a:t>Design and implement "lag measures"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Cash floor vs goal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150-day revenue forecast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Portfolio profit</a:t>
            </a:r>
          </a:p>
          <a:p>
            <a:r>
              <a:rPr lang="en-US" sz="2400"/>
              <a:t>Further refinement of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Clean out faulty entries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Refine titles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Key in on useful entries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55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FA17A-AA9C-072F-574B-DC6A4F57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Caleb’s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33D2-BD6F-E65C-821C-81EE296F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en-US" sz="2000"/>
              <a:t>Development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000"/>
              <a:t>Separated monolith architecture into separate frontend (React) and  backend (</a:t>
            </a:r>
            <a:r>
              <a:rPr lang="en-US" sz="2000" err="1"/>
              <a:t>FastAPI</a:t>
            </a:r>
            <a:r>
              <a:rPr lang="en-US" sz="2000"/>
              <a:t>)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000" err="1"/>
              <a:t>Dockerized</a:t>
            </a:r>
            <a:r>
              <a:rPr lang="en-US" sz="2000"/>
              <a:t> frontend, backend, and nginx </a:t>
            </a:r>
            <a:r>
              <a:rPr lang="en-US" sz="2000" err="1"/>
              <a:t>rever</a:t>
            </a:r>
            <a:r>
              <a:rPr lang="en-US" sz="2000"/>
              <a:t>se proxy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000"/>
              <a:t>Implemented login feature and authentication</a:t>
            </a:r>
          </a:p>
          <a:p>
            <a:pPr marL="342900" indent="-342900"/>
            <a:r>
              <a:rPr lang="en-US" sz="2000"/>
              <a:t>Deployment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000"/>
              <a:t>Configured VM access controls and ssh security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sz="2000"/>
              <a:t>Google cloud to integrate cleanly with client's existing GC ecosystem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007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2E038-3F80-6289-33DC-03541938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Josh’s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0E7A-2F9E-CFE8-E2AF-CC549992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Scalable initial structure for app</a:t>
            </a:r>
          </a:p>
          <a:p>
            <a:pPr lvl="1"/>
            <a:r>
              <a:rPr lang="en-US" sz="1800"/>
              <a:t>Figure management scheme that sources all figures from a dictionary, making it simpler to integrate new items</a:t>
            </a:r>
          </a:p>
          <a:p>
            <a:r>
              <a:rPr lang="en-US" sz="2400" err="1"/>
              <a:t>Dataframe</a:t>
            </a:r>
            <a:r>
              <a:rPr lang="en-US" sz="2400"/>
              <a:t> structure and fetching</a:t>
            </a:r>
          </a:p>
          <a:p>
            <a:pPr lvl="1"/>
            <a:r>
              <a:rPr lang="en-US" sz="1800"/>
              <a:t>Unified dictionary of all columns required by each figure, from which that figure's </a:t>
            </a:r>
            <a:r>
              <a:rPr lang="en-US" sz="1800" err="1"/>
              <a:t>dataframe</a:t>
            </a:r>
            <a:r>
              <a:rPr lang="en-US" sz="1800"/>
              <a:t> is  automatically generated</a:t>
            </a:r>
          </a:p>
          <a:p>
            <a:r>
              <a:rPr lang="en-US" sz="2400"/>
              <a:t>Documentation</a:t>
            </a:r>
          </a:p>
          <a:p>
            <a:endParaRPr lang="en-US" sz="22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11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932D-426F-6539-6914-96E7ADD5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A24E29-AF9A-DC1F-93B9-D24607653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6675E5-E231-9738-C5AF-A7BA2BD4D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58B382-699D-A61B-5614-8653558A7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51F5B8-4EC2-314F-F9C2-1D4A242BC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80681D-8A1B-27D2-B77A-3D26C8FBE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65AD56E-969B-60C3-6680-DB701B8CF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62660-7EC6-B7C3-F0C2-7D96569F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Donald’s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CA51-BDFE-956D-653C-39A5F7862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Designed lead measures (predictors) visuals and calculations</a:t>
            </a:r>
          </a:p>
          <a:p>
            <a:pPr lvl="1"/>
            <a:r>
              <a:rPr lang="en-US"/>
              <a:t>Production Velocity</a:t>
            </a:r>
          </a:p>
          <a:p>
            <a:pPr lvl="1"/>
            <a:r>
              <a:rPr lang="en-US"/>
              <a:t>Draw Velocity</a:t>
            </a:r>
          </a:p>
          <a:p>
            <a:pPr lvl="1"/>
            <a:r>
              <a:rPr lang="en-US"/>
              <a:t>Acquisition Deal Score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B9223F-F6A5-5050-8BD1-BE3841029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6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B3466-8CB8-9FCB-F52D-6D3D700C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9A327F-40D2-E696-BD2B-484F945C7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FD462C-29C7-3345-D1E4-BBF49FED2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569D4-0634-1D88-88A3-C4DE91E36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7B76EE-956C-D451-D4D7-E3E337EF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FB2DB7-0E1B-7ABD-BC90-B43AA8D86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C685A-3991-83F4-1B8D-5AD32D965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EE11C-B76B-23FC-8644-7980811A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Daniel’s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5F61-6E7B-2819-A7E5-C7FD30E26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Designed and implemented executive KPI summary cards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Improved dashboard layout and visual hierarchy 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Organized components for clear top-down information flow 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Refined UI without altering backend functionality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D96376-DE62-DB9B-3DA3-4E2155116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18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15EC-07C3-37D7-A2D4-229525C0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BF71A84-0763-08BA-2DC2-D78F143F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dirty="0">
                <a:ea typeface="+mn-lt"/>
                <a:cs typeface="+mn-lt"/>
                <a:hlinkClick r:id="rId3"/>
              </a:rPr>
              <a:t>https://strata-capital-os.com/login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94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26901-0D0D-1DD1-24F3-378FCED8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300" y="1562669"/>
            <a:ext cx="3389515" cy="2380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 Questions?</a:t>
            </a:r>
          </a:p>
        </p:txBody>
      </p:sp>
      <p:pic>
        <p:nvPicPr>
          <p:cNvPr id="19" name="Picture 18" descr="Yellow and blue symbols">
            <a:extLst>
              <a:ext uri="{FF2B5EF4-FFF2-40B4-BE49-F238E27FC236}">
                <a16:creationId xmlns:a16="http://schemas.microsoft.com/office/drawing/2014/main" id="{85F11F4C-8382-F05D-AFC7-BA587D8A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8" r="9804" b="1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794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137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Office Theme</vt:lpstr>
      <vt:lpstr>Decision Support Sprint 2</vt:lpstr>
      <vt:lpstr>Decision Support Team</vt:lpstr>
      <vt:lpstr>Project Focus</vt:lpstr>
      <vt:lpstr>Sprint Priorities</vt:lpstr>
      <vt:lpstr>Sprint Achievements and Sponsor Feedback</vt:lpstr>
      <vt:lpstr>Sprint Backlog</vt:lpstr>
      <vt:lpstr>Cyber Feedback</vt:lpstr>
      <vt:lpstr>Sprint 3 Goals</vt:lpstr>
      <vt:lpstr>Lessons Learned</vt:lpstr>
      <vt:lpstr>Technologies</vt:lpstr>
      <vt:lpstr>Brett's Contribution</vt:lpstr>
      <vt:lpstr>Caleb’s Contribution</vt:lpstr>
      <vt:lpstr>Josh’s Contribution</vt:lpstr>
      <vt:lpstr>Donald’s Contribution</vt:lpstr>
      <vt:lpstr>Daniel’s Contribution</vt:lpstr>
      <vt:lpstr>Demo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Sprint 2</dc:title>
  <dc:creator>Caleb Erickson</dc:creator>
  <cp:lastModifiedBy>Caleb Erickson</cp:lastModifiedBy>
  <cp:revision>2</cp:revision>
  <dcterms:created xsi:type="dcterms:W3CDTF">2026-02-17T20:40:00Z</dcterms:created>
  <dcterms:modified xsi:type="dcterms:W3CDTF">2026-04-21T03:32:41Z</dcterms:modified>
</cp:coreProperties>
</file>