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9" r:id="rId4"/>
    <p:sldId id="260" r:id="rId5"/>
    <p:sldId id="263" r:id="rId6"/>
    <p:sldId id="265" r:id="rId7"/>
    <p:sldId id="261" r:id="rId8"/>
    <p:sldId id="264" r:id="rId9"/>
    <p:sldId id="266" r:id="rId10"/>
    <p:sldId id="272" r:id="rId11"/>
    <p:sldId id="271" r:id="rId12"/>
    <p:sldId id="273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D3CD4-8DC7-84C1-652F-4B8BE81F6F3D}" v="15" dt="2026-02-24T16:58:50.873"/>
    <p1510:client id="{7D167A9B-12EA-3C70-786D-E936EF4C3BCF}" v="78" dt="2026-02-24T16:51:07.986"/>
    <p1510:client id="{81C265EB-50C6-45BA-ABC2-BF5EDCBAB543}" v="1716" dt="2026-02-24T18:54:26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10D3CD4-8DC7-84C1-652F-4B8BE81F6F3D}"/>
    <pc:docChg chg="modSld">
      <pc:chgData name="Guest User" userId="" providerId="Windows Live" clId="Web-{410D3CD4-8DC7-84C1-652F-4B8BE81F6F3D}" dt="2026-02-24T16:58:50.873" v="13" actId="20577"/>
      <pc:docMkLst>
        <pc:docMk/>
      </pc:docMkLst>
      <pc:sldChg chg="modSp">
        <pc:chgData name="Guest User" userId="" providerId="Windows Live" clId="Web-{410D3CD4-8DC7-84C1-652F-4B8BE81F6F3D}" dt="2026-02-24T16:58:50.873" v="13" actId="20577"/>
        <pc:sldMkLst>
          <pc:docMk/>
          <pc:sldMk cId="4288110087" sldId="266"/>
        </pc:sldMkLst>
        <pc:spChg chg="mod">
          <ac:chgData name="Guest User" userId="" providerId="Windows Live" clId="Web-{410D3CD4-8DC7-84C1-652F-4B8BE81F6F3D}" dt="2026-02-24T16:55:02.568" v="0" actId="20577"/>
          <ac:spMkLst>
            <pc:docMk/>
            <pc:sldMk cId="4288110087" sldId="266"/>
            <ac:spMk id="2" creationId="{1562E038-3F80-6289-33DC-0354193886A0}"/>
          </ac:spMkLst>
        </pc:spChg>
        <pc:spChg chg="mod">
          <ac:chgData name="Guest User" userId="" providerId="Windows Live" clId="Web-{410D3CD4-8DC7-84C1-652F-4B8BE81F6F3D}" dt="2026-02-24T16:58:50.873" v="13" actId="20577"/>
          <ac:spMkLst>
            <pc:docMk/>
            <pc:sldMk cId="4288110087" sldId="266"/>
            <ac:spMk id="3" creationId="{38B80E7A-2F9E-CFE8-E2AF-CC549992F749}"/>
          </ac:spMkLst>
        </pc:spChg>
      </pc:sldChg>
    </pc:docChg>
  </pc:docChgLst>
  <pc:docChgLst>
    <pc:chgData name="Donald Chanthirath" userId="db24e93f5e806868" providerId="Windows Live" clId="Web-{7D167A9B-12EA-3C70-786D-E936EF4C3BCF}"/>
    <pc:docChg chg="modSld">
      <pc:chgData name="Donald Chanthirath" userId="db24e93f5e806868" providerId="Windows Live" clId="Web-{7D167A9B-12EA-3C70-786D-E936EF4C3BCF}" dt="2026-02-24T16:51:07.986" v="76" actId="20577"/>
      <pc:docMkLst>
        <pc:docMk/>
      </pc:docMkLst>
      <pc:sldChg chg="modSp">
        <pc:chgData name="Donald Chanthirath" userId="db24e93f5e806868" providerId="Windows Live" clId="Web-{7D167A9B-12EA-3C70-786D-E936EF4C3BCF}" dt="2026-02-24T15:01:26.677" v="15" actId="20577"/>
        <pc:sldMkLst>
          <pc:docMk/>
          <pc:sldMk cId="2909379522" sldId="267"/>
        </pc:sldMkLst>
        <pc:spChg chg="mod">
          <ac:chgData name="Donald Chanthirath" userId="db24e93f5e806868" providerId="Windows Live" clId="Web-{7D167A9B-12EA-3C70-786D-E936EF4C3BCF}" dt="2026-02-24T15:01:26.677" v="15" actId="20577"/>
          <ac:spMkLst>
            <pc:docMk/>
            <pc:sldMk cId="2909379522" sldId="267"/>
            <ac:spMk id="3" creationId="{FAAB163F-6F3C-6263-0DA2-7CA55F7D7CF5}"/>
          </ac:spMkLst>
        </pc:spChg>
      </pc:sldChg>
      <pc:sldChg chg="modSp">
        <pc:chgData name="Donald Chanthirath" userId="db24e93f5e806868" providerId="Windows Live" clId="Web-{7D167A9B-12EA-3C70-786D-E936EF4C3BCF}" dt="2026-02-24T16:51:07.986" v="76" actId="20577"/>
        <pc:sldMkLst>
          <pc:docMk/>
          <pc:sldMk cId="1002964499" sldId="272"/>
        </pc:sldMkLst>
        <pc:spChg chg="mod">
          <ac:chgData name="Donald Chanthirath" userId="db24e93f5e806868" providerId="Windows Live" clId="Web-{7D167A9B-12EA-3C70-786D-E936EF4C3BCF}" dt="2026-02-24T16:51:07.986" v="76" actId="20577"/>
          <ac:spMkLst>
            <pc:docMk/>
            <pc:sldMk cId="1002964499" sldId="272"/>
            <ac:spMk id="3" creationId="{79C0CA51-BDFE-956D-653C-39A5F78623D9}"/>
          </ac:spMkLst>
        </pc:spChg>
      </pc:sldChg>
    </pc:docChg>
  </pc:docChgLst>
  <pc:docChgLst>
    <pc:chgData name="Guest User" providerId="Windows Live" clId="Web-{A6134D3C-C62F-B148-C101-4F043F162DD4}"/>
    <pc:docChg chg="addSld modSld">
      <pc:chgData name="Guest User" userId="" providerId="Windows Live" clId="Web-{A6134D3C-C62F-B148-C101-4F043F162DD4}" dt="2026-02-21T19:44:54.186" v="371" actId="20577"/>
      <pc:docMkLst>
        <pc:docMk/>
      </pc:docMkLst>
      <pc:sldChg chg="modSp new">
        <pc:chgData name="Guest User" userId="" providerId="Windows Live" clId="Web-{A6134D3C-C62F-B148-C101-4F043F162DD4}" dt="2026-02-21T19:35:31.855" v="123" actId="20577"/>
        <pc:sldMkLst>
          <pc:docMk/>
          <pc:sldMk cId="471586224" sldId="259"/>
        </pc:sldMkLst>
        <pc:spChg chg="mod">
          <ac:chgData name="Guest User" userId="" providerId="Windows Live" clId="Web-{A6134D3C-C62F-B148-C101-4F043F162DD4}" dt="2026-02-21T19:31:29.273" v="6" actId="20577"/>
          <ac:spMkLst>
            <pc:docMk/>
            <pc:sldMk cId="471586224" sldId="259"/>
            <ac:spMk id="2" creationId="{06B3CAC5-0A8A-D0EF-72F9-1B2D6D8C924A}"/>
          </ac:spMkLst>
        </pc:spChg>
        <pc:spChg chg="mod">
          <ac:chgData name="Guest User" userId="" providerId="Windows Live" clId="Web-{A6134D3C-C62F-B148-C101-4F043F162DD4}" dt="2026-02-21T19:35:31.855" v="123" actId="20577"/>
          <ac:spMkLst>
            <pc:docMk/>
            <pc:sldMk cId="471586224" sldId="259"/>
            <ac:spMk id="3" creationId="{16EDC2C1-1949-9348-5D0C-2B139410CA6A}"/>
          </ac:spMkLst>
        </pc:spChg>
      </pc:sldChg>
      <pc:sldChg chg="modSp new">
        <pc:chgData name="Guest User" userId="" providerId="Windows Live" clId="Web-{A6134D3C-C62F-B148-C101-4F043F162DD4}" dt="2026-02-21T19:41:24.040" v="235" actId="20577"/>
        <pc:sldMkLst>
          <pc:docMk/>
          <pc:sldMk cId="3088844117" sldId="260"/>
        </pc:sldMkLst>
        <pc:spChg chg="mod">
          <ac:chgData name="Guest User" userId="" providerId="Windows Live" clId="Web-{A6134D3C-C62F-B148-C101-4F043F162DD4}" dt="2026-02-21T19:35:43.933" v="136" actId="20577"/>
          <ac:spMkLst>
            <pc:docMk/>
            <pc:sldMk cId="3088844117" sldId="260"/>
            <ac:spMk id="2" creationId="{24807B8C-E702-54B4-FDCC-6410CCD147A3}"/>
          </ac:spMkLst>
        </pc:spChg>
        <pc:spChg chg="mod">
          <ac:chgData name="Guest User" userId="" providerId="Windows Live" clId="Web-{A6134D3C-C62F-B148-C101-4F043F162DD4}" dt="2026-02-21T19:41:24.040" v="235" actId="20577"/>
          <ac:spMkLst>
            <pc:docMk/>
            <pc:sldMk cId="3088844117" sldId="260"/>
            <ac:spMk id="3" creationId="{3CCF5EE4-1AF7-BB09-8748-6AAF7C213260}"/>
          </ac:spMkLst>
        </pc:spChg>
      </pc:sldChg>
      <pc:sldChg chg="modSp new">
        <pc:chgData name="Guest User" userId="" providerId="Windows Live" clId="Web-{A6134D3C-C62F-B148-C101-4F043F162DD4}" dt="2026-02-21T19:44:54.186" v="371" actId="20577"/>
        <pc:sldMkLst>
          <pc:docMk/>
          <pc:sldMk cId="880555040" sldId="261"/>
        </pc:sldMkLst>
        <pc:spChg chg="mod">
          <ac:chgData name="Guest User" userId="" providerId="Windows Live" clId="Web-{A6134D3C-C62F-B148-C101-4F043F162DD4}" dt="2026-02-21T19:41:29.821" v="244" actId="20577"/>
          <ac:spMkLst>
            <pc:docMk/>
            <pc:sldMk cId="880555040" sldId="261"/>
            <ac:spMk id="2" creationId="{968ED84C-8114-165C-34A2-4050344D1502}"/>
          </ac:spMkLst>
        </pc:spChg>
        <pc:spChg chg="mod">
          <ac:chgData name="Guest User" userId="" providerId="Windows Live" clId="Web-{A6134D3C-C62F-B148-C101-4F043F162DD4}" dt="2026-02-21T19:44:54.186" v="371" actId="20577"/>
          <ac:spMkLst>
            <pc:docMk/>
            <pc:sldMk cId="880555040" sldId="261"/>
            <ac:spMk id="3" creationId="{F30F8323-8C95-05DE-1FCA-625573360D72}"/>
          </ac:spMkLst>
        </pc:spChg>
      </pc:sldChg>
    </pc:docChg>
  </pc:docChgLst>
  <pc:docChgLst>
    <pc:chgData name="Caleb Erickson" userId="880b965ba2027f27" providerId="LiveId" clId="{555291D7-A68B-42B6-98CC-7A5613C4E778}"/>
    <pc:docChg chg="undo custSel addSld delSld modSld sldOrd">
      <pc:chgData name="Caleb Erickson" userId="880b965ba2027f27" providerId="LiveId" clId="{555291D7-A68B-42B6-98CC-7A5613C4E778}" dt="2026-02-24T18:54:26.063" v="4560" actId="20577"/>
      <pc:docMkLst>
        <pc:docMk/>
      </pc:docMkLst>
      <pc:sldChg chg="addSp delSp modSp mod setBg addAnim delAnim setClrOvrMap">
        <pc:chgData name="Caleb Erickson" userId="880b965ba2027f27" providerId="LiveId" clId="{555291D7-A68B-42B6-98CC-7A5613C4E778}" dt="2026-02-24T15:16:13.904" v="3163" actId="20577"/>
        <pc:sldMkLst>
          <pc:docMk/>
          <pc:sldMk cId="4190559552" sldId="256"/>
        </pc:sldMkLst>
        <pc:spChg chg="mod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2" creationId="{C9072245-898C-45C4-C539-C63D6FAF6AC0}"/>
          </ac:spMkLst>
        </pc:spChg>
        <pc:spChg chg="mod">
          <ac:chgData name="Caleb Erickson" userId="880b965ba2027f27" providerId="LiveId" clId="{555291D7-A68B-42B6-98CC-7A5613C4E778}" dt="2026-02-24T15:16:13.904" v="3163" actId="20577"/>
          <ac:spMkLst>
            <pc:docMk/>
            <pc:sldMk cId="4190559552" sldId="256"/>
            <ac:spMk id="3" creationId="{26F541F9-A84F-3519-1895-6E216EA9DCA4}"/>
          </ac:spMkLst>
        </pc:spChg>
        <pc:spChg chg="add del">
          <ac:chgData name="Caleb Erickson" userId="880b965ba2027f27" providerId="LiveId" clId="{555291D7-A68B-42B6-98CC-7A5613C4E778}" dt="2026-02-24T15:01:02.225" v="2847" actId="26606"/>
          <ac:spMkLst>
            <pc:docMk/>
            <pc:sldMk cId="4190559552" sldId="256"/>
            <ac:spMk id="6" creationId="{EFA9B6C6-A247-48A8-9A1C-1E36FA9456B5}"/>
          </ac:spMkLst>
        </pc:spChg>
        <pc:spChg chg="add del">
          <ac:chgData name="Caleb Erickson" userId="880b965ba2027f27" providerId="LiveId" clId="{555291D7-A68B-42B6-98CC-7A5613C4E778}" dt="2026-02-24T15:01:02.225" v="2847" actId="26606"/>
          <ac:spMkLst>
            <pc:docMk/>
            <pc:sldMk cId="4190559552" sldId="256"/>
            <ac:spMk id="7" creationId="{C5CB530E-515E-412C-9DF1-5F8FFBD6F383}"/>
          </ac:spMkLst>
        </pc:spChg>
        <pc:spChg chg="add del">
          <ac:chgData name="Caleb Erickson" userId="880b965ba2027f27" providerId="LiveId" clId="{555291D7-A68B-42B6-98CC-7A5613C4E778}" dt="2026-02-24T15:01:02.225" v="2847" actId="26606"/>
          <ac:spMkLst>
            <pc:docMk/>
            <pc:sldMk cId="4190559552" sldId="256"/>
            <ac:spMk id="11" creationId="{712D4376-A578-4FF1-94FC-245E7A6A489F}"/>
          </ac:spMkLst>
        </pc:spChg>
        <pc:spChg chg="add del">
          <ac:chgData name="Caleb Erickson" userId="880b965ba2027f27" providerId="LiveId" clId="{555291D7-A68B-42B6-98CC-7A5613C4E778}" dt="2026-02-24T15:01:02.225" v="2847" actId="26606"/>
          <ac:spMkLst>
            <pc:docMk/>
            <pc:sldMk cId="4190559552" sldId="256"/>
            <ac:spMk id="13" creationId="{AEA7509D-F04F-40CB-A0B3-EEF16499CC9F}"/>
          </ac:spMkLst>
        </pc:spChg>
        <pc:spChg chg="add del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20" creationId="{934F1179-B481-4F9E-BCA3-AFB972070F83}"/>
          </ac:spMkLst>
        </pc:spChg>
        <pc:spChg chg="add del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22" creationId="{827DC2C4-B485-428A-BF4A-472D2967F47F}"/>
          </ac:spMkLst>
        </pc:spChg>
        <pc:spChg chg="add del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24" creationId="{EE04B5EB-F158-4507-90DD-BD23620C7CC9}"/>
          </ac:spMkLst>
        </pc:spChg>
        <pc:spChg chg="add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29" creationId="{5A292AEA-2528-46C0-B426-95822B6141FB}"/>
          </ac:spMkLst>
        </pc:spChg>
        <pc:spChg chg="add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31" creationId="{D8B7B198-E4DF-43CD-AD8C-199884323745}"/>
          </ac:spMkLst>
        </pc:spChg>
        <pc:spChg chg="add">
          <ac:chgData name="Caleb Erickson" userId="880b965ba2027f27" providerId="LiveId" clId="{555291D7-A68B-42B6-98CC-7A5613C4E778}" dt="2026-02-24T15:01:26.755" v="2849" actId="26606"/>
          <ac:spMkLst>
            <pc:docMk/>
            <pc:sldMk cId="4190559552" sldId="256"/>
            <ac:spMk id="33" creationId="{2BE67753-EA0E-4819-8D22-0B6600CF7231}"/>
          </ac:spMkLst>
        </pc:spChg>
        <pc:grpChg chg="add">
          <ac:chgData name="Caleb Erickson" userId="880b965ba2027f27" providerId="LiveId" clId="{555291D7-A68B-42B6-98CC-7A5613C4E778}" dt="2026-02-24T15:01:26.755" v="2849" actId="26606"/>
          <ac:grpSpMkLst>
            <pc:docMk/>
            <pc:sldMk cId="4190559552" sldId="256"/>
            <ac:grpSpMk id="35" creationId="{D76D63AC-0421-45EC-B383-E79A61A78C6B}"/>
          </ac:grpSpMkLst>
        </pc:grpChg>
        <pc:grpChg chg="add">
          <ac:chgData name="Caleb Erickson" userId="880b965ba2027f27" providerId="LiveId" clId="{555291D7-A68B-42B6-98CC-7A5613C4E778}" dt="2026-02-24T15:01:26.755" v="2849" actId="26606"/>
          <ac:grpSpMkLst>
            <pc:docMk/>
            <pc:sldMk cId="4190559552" sldId="256"/>
            <ac:grpSpMk id="44" creationId="{87F87F1B-42BA-4AC7-A4E2-41544DDB2CE3}"/>
          </ac:grpSpMkLst>
        </pc:grpChg>
        <pc:cxnChg chg="add del">
          <ac:chgData name="Caleb Erickson" userId="880b965ba2027f27" providerId="LiveId" clId="{555291D7-A68B-42B6-98CC-7A5613C4E778}" dt="2026-02-24T15:01:02.225" v="2847" actId="26606"/>
          <ac:cxnSpMkLst>
            <pc:docMk/>
            <pc:sldMk cId="4190559552" sldId="256"/>
            <ac:cxnSpMk id="15" creationId="{56020367-4FD5-4596-8E10-C5F095CD8DBF}"/>
          </ac:cxnSpMkLst>
        </pc:cxnChg>
      </pc:sldChg>
      <pc:sldChg chg="addSp modSp new del mod setBg">
        <pc:chgData name="Caleb Erickson" userId="880b965ba2027f27" providerId="LiveId" clId="{555291D7-A68B-42B6-98CC-7A5613C4E778}" dt="2026-02-24T15:05:16.688" v="2933" actId="47"/>
        <pc:sldMkLst>
          <pc:docMk/>
          <pc:sldMk cId="599273354" sldId="257"/>
        </pc:sldMkLst>
      </pc:sldChg>
      <pc:sldChg chg="addSp modSp new del mod setBg">
        <pc:chgData name="Caleb Erickson" userId="880b965ba2027f27" providerId="LiveId" clId="{555291D7-A68B-42B6-98CC-7A5613C4E778}" dt="2026-02-24T15:16:32.795" v="3164" actId="47"/>
        <pc:sldMkLst>
          <pc:docMk/>
          <pc:sldMk cId="2318252793" sldId="258"/>
        </pc:sldMkLst>
      </pc:sldChg>
      <pc:sldChg chg="addSp delSp modSp mod setBg modNotesTx">
        <pc:chgData name="Caleb Erickson" userId="880b965ba2027f27" providerId="LiveId" clId="{555291D7-A68B-42B6-98CC-7A5613C4E778}" dt="2026-02-24T16:58:30.528" v="4506" actId="20577"/>
        <pc:sldMkLst>
          <pc:docMk/>
          <pc:sldMk cId="471586224" sldId="259"/>
        </pc:sldMkLst>
        <pc:spChg chg="mod">
          <ac:chgData name="Caleb Erickson" userId="880b965ba2027f27" providerId="LiveId" clId="{555291D7-A68B-42B6-98CC-7A5613C4E778}" dt="2026-02-24T14:43:29.252" v="964" actId="26606"/>
          <ac:spMkLst>
            <pc:docMk/>
            <pc:sldMk cId="471586224" sldId="259"/>
            <ac:spMk id="2" creationId="{06B3CAC5-0A8A-D0EF-72F9-1B2D6D8C924A}"/>
          </ac:spMkLst>
        </pc:spChg>
        <pc:spChg chg="mod">
          <ac:chgData name="Caleb Erickson" userId="880b965ba2027f27" providerId="LiveId" clId="{555291D7-A68B-42B6-98CC-7A5613C4E778}" dt="2026-02-24T14:53:36.004" v="2206" actId="20577"/>
          <ac:spMkLst>
            <pc:docMk/>
            <pc:sldMk cId="471586224" sldId="259"/>
            <ac:spMk id="3" creationId="{16EDC2C1-1949-9348-5D0C-2B139410CA6A}"/>
          </ac:spMkLst>
        </pc:spChg>
        <pc:spChg chg="add del">
          <ac:chgData name="Caleb Erickson" userId="880b965ba2027f27" providerId="LiveId" clId="{555291D7-A68B-42B6-98CC-7A5613C4E778}" dt="2026-02-24T14:43:29.238" v="963" actId="26606"/>
          <ac:spMkLst>
            <pc:docMk/>
            <pc:sldMk cId="471586224" sldId="259"/>
            <ac:spMk id="9" creationId="{9F7D5CDA-D291-4307-BF55-1381FED29634}"/>
          </ac:spMkLst>
        </pc:spChg>
        <pc:spChg chg="add">
          <ac:chgData name="Caleb Erickson" userId="880b965ba2027f27" providerId="LiveId" clId="{555291D7-A68B-42B6-98CC-7A5613C4E778}" dt="2026-02-24T14:43:29.252" v="964" actId="26606"/>
          <ac:spMkLst>
            <pc:docMk/>
            <pc:sldMk cId="471586224" sldId="259"/>
            <ac:spMk id="10" creationId="{245A9F99-D9B1-4094-A2E2-B90AC1DB7B9C}"/>
          </ac:spMkLst>
        </pc:spChg>
        <pc:spChg chg="add">
          <ac:chgData name="Caleb Erickson" userId="880b965ba2027f27" providerId="LiveId" clId="{555291D7-A68B-42B6-98CC-7A5613C4E778}" dt="2026-02-24T14:43:29.252" v="964" actId="26606"/>
          <ac:spMkLst>
            <pc:docMk/>
            <pc:sldMk cId="471586224" sldId="259"/>
            <ac:spMk id="12" creationId="{B7FAF607-473A-4A43-A23D-BBFF5C4117BB}"/>
          </ac:spMkLst>
        </pc:spChg>
        <pc:grpChg chg="add">
          <ac:chgData name="Caleb Erickson" userId="880b965ba2027f27" providerId="LiveId" clId="{555291D7-A68B-42B6-98CC-7A5613C4E778}" dt="2026-02-24T14:43:29.252" v="964" actId="26606"/>
          <ac:grpSpMkLst>
            <pc:docMk/>
            <pc:sldMk cId="471586224" sldId="259"/>
            <ac:grpSpMk id="14" creationId="{C5F6476F-D303-44D3-B30F-1BA348F0F64A}"/>
          </ac:grpSpMkLst>
        </pc:grpChg>
        <pc:picChg chg="add del">
          <ac:chgData name="Caleb Erickson" userId="880b965ba2027f27" providerId="LiveId" clId="{555291D7-A68B-42B6-98CC-7A5613C4E778}" dt="2026-02-24T14:43:29.238" v="963" actId="26606"/>
          <ac:picMkLst>
            <pc:docMk/>
            <pc:sldMk cId="471586224" sldId="259"/>
            <ac:picMk id="5" creationId="{A79F56E8-AF02-4C2E-4C9E-832931602358}"/>
          </ac:picMkLst>
        </pc:picChg>
        <pc:picChg chg="add">
          <ac:chgData name="Caleb Erickson" userId="880b965ba2027f27" providerId="LiveId" clId="{555291D7-A68B-42B6-98CC-7A5613C4E778}" dt="2026-02-24T14:43:29.252" v="964" actId="26606"/>
          <ac:picMkLst>
            <pc:docMk/>
            <pc:sldMk cId="471586224" sldId="259"/>
            <ac:picMk id="7" creationId="{C85C24AA-35D0-7664-D6DE-B4743DAA4E32}"/>
          </ac:picMkLst>
        </pc:picChg>
      </pc:sldChg>
      <pc:sldChg chg="addSp modSp mod setBg modNotesTx">
        <pc:chgData name="Caleb Erickson" userId="880b965ba2027f27" providerId="LiveId" clId="{555291D7-A68B-42B6-98CC-7A5613C4E778}" dt="2026-02-24T16:58:57.690" v="4511" actId="20577"/>
        <pc:sldMkLst>
          <pc:docMk/>
          <pc:sldMk cId="3088844117" sldId="260"/>
        </pc:sldMkLst>
        <pc:spChg chg="mod">
          <ac:chgData name="Caleb Erickson" userId="880b965ba2027f27" providerId="LiveId" clId="{555291D7-A68B-42B6-98CC-7A5613C4E778}" dt="2026-02-24T15:01:55.688" v="2850" actId="26606"/>
          <ac:spMkLst>
            <pc:docMk/>
            <pc:sldMk cId="3088844117" sldId="260"/>
            <ac:spMk id="2" creationId="{24807B8C-E702-54B4-FDCC-6410CCD147A3}"/>
          </ac:spMkLst>
        </pc:spChg>
        <pc:spChg chg="mod">
          <ac:chgData name="Caleb Erickson" userId="880b965ba2027f27" providerId="LiveId" clId="{555291D7-A68B-42B6-98CC-7A5613C4E778}" dt="2026-02-24T15:01:55.688" v="2850" actId="26606"/>
          <ac:spMkLst>
            <pc:docMk/>
            <pc:sldMk cId="3088844117" sldId="260"/>
            <ac:spMk id="3" creationId="{3CCF5EE4-1AF7-BB09-8748-6AAF7C213260}"/>
          </ac:spMkLst>
        </pc:spChg>
        <pc:spChg chg="add">
          <ac:chgData name="Caleb Erickson" userId="880b965ba2027f27" providerId="LiveId" clId="{555291D7-A68B-42B6-98CC-7A5613C4E778}" dt="2026-02-24T15:01:55.688" v="2850" actId="26606"/>
          <ac:spMkLst>
            <pc:docMk/>
            <pc:sldMk cId="3088844117" sldId="260"/>
            <ac:spMk id="8" creationId="{D038248A-211C-4EEC-8401-C761B929FB52}"/>
          </ac:spMkLst>
        </pc:spChg>
        <pc:spChg chg="add">
          <ac:chgData name="Caleb Erickson" userId="880b965ba2027f27" providerId="LiveId" clId="{555291D7-A68B-42B6-98CC-7A5613C4E778}" dt="2026-02-24T15:01:55.688" v="2850" actId="26606"/>
          <ac:spMkLst>
            <pc:docMk/>
            <pc:sldMk cId="3088844117" sldId="260"/>
            <ac:spMk id="10" creationId="{C30A849F-66D9-40C8-BEC8-35AFF8F4568F}"/>
          </ac:spMkLst>
        </pc:spChg>
        <pc:grpChg chg="add">
          <ac:chgData name="Caleb Erickson" userId="880b965ba2027f27" providerId="LiveId" clId="{555291D7-A68B-42B6-98CC-7A5613C4E778}" dt="2026-02-24T15:01:55.688" v="2850" actId="26606"/>
          <ac:grpSpMkLst>
            <pc:docMk/>
            <pc:sldMk cId="3088844117" sldId="260"/>
            <ac:grpSpMk id="12" creationId="{04542298-A2B1-480F-A11C-A40EDD19B857}"/>
          </ac:grpSpMkLst>
        </pc:grpChg>
        <pc:grpChg chg="add">
          <ac:chgData name="Caleb Erickson" userId="880b965ba2027f27" providerId="LiveId" clId="{555291D7-A68B-42B6-98CC-7A5613C4E778}" dt="2026-02-24T15:01:55.688" v="2850" actId="26606"/>
          <ac:grpSpMkLst>
            <pc:docMk/>
            <pc:sldMk cId="3088844117" sldId="260"/>
            <ac:grpSpMk id="18" creationId="{2A5C9C35-2375-49EB-B99C-17C87D42FE7C}"/>
          </ac:grpSpMkLst>
        </pc:grpChg>
      </pc:sldChg>
      <pc:sldChg chg="addSp modSp mod setBg modNotesTx">
        <pc:chgData name="Caleb Erickson" userId="880b965ba2027f27" providerId="LiveId" clId="{555291D7-A68B-42B6-98CC-7A5613C4E778}" dt="2026-02-24T15:22:41.723" v="3315" actId="20577"/>
        <pc:sldMkLst>
          <pc:docMk/>
          <pc:sldMk cId="880555040" sldId="261"/>
        </pc:sldMkLst>
        <pc:spChg chg="mod">
          <ac:chgData name="Caleb Erickson" userId="880b965ba2027f27" providerId="LiveId" clId="{555291D7-A68B-42B6-98CC-7A5613C4E778}" dt="2026-02-24T15:03:51.272" v="2931" actId="26606"/>
          <ac:spMkLst>
            <pc:docMk/>
            <pc:sldMk cId="880555040" sldId="261"/>
            <ac:spMk id="2" creationId="{968ED84C-8114-165C-34A2-4050344D1502}"/>
          </ac:spMkLst>
        </pc:spChg>
        <pc:spChg chg="mod">
          <ac:chgData name="Caleb Erickson" userId="880b965ba2027f27" providerId="LiveId" clId="{555291D7-A68B-42B6-98CC-7A5613C4E778}" dt="2026-02-24T15:03:51.272" v="2931" actId="26606"/>
          <ac:spMkLst>
            <pc:docMk/>
            <pc:sldMk cId="880555040" sldId="261"/>
            <ac:spMk id="3" creationId="{F30F8323-8C95-05DE-1FCA-625573360D72}"/>
          </ac:spMkLst>
        </pc:spChg>
        <pc:spChg chg="add">
          <ac:chgData name="Caleb Erickson" userId="880b965ba2027f27" providerId="LiveId" clId="{555291D7-A68B-42B6-98CC-7A5613C4E778}" dt="2026-02-24T15:03:51.272" v="2931" actId="26606"/>
          <ac:spMkLst>
            <pc:docMk/>
            <pc:sldMk cId="880555040" sldId="261"/>
            <ac:spMk id="8" creationId="{B6CDA21F-E7AF-4C75-8395-33F58D5B0E45}"/>
          </ac:spMkLst>
        </pc:spChg>
        <pc:spChg chg="add">
          <ac:chgData name="Caleb Erickson" userId="880b965ba2027f27" providerId="LiveId" clId="{555291D7-A68B-42B6-98CC-7A5613C4E778}" dt="2026-02-24T15:03:51.272" v="2931" actId="26606"/>
          <ac:spMkLst>
            <pc:docMk/>
            <pc:sldMk cId="880555040" sldId="261"/>
            <ac:spMk id="15" creationId="{D5B0017B-2ECA-49AF-B397-DC140825DF8D}"/>
          </ac:spMkLst>
        </pc:spChg>
        <pc:grpChg chg="add">
          <ac:chgData name="Caleb Erickson" userId="880b965ba2027f27" providerId="LiveId" clId="{555291D7-A68B-42B6-98CC-7A5613C4E778}" dt="2026-02-24T15:03:51.272" v="2931" actId="26606"/>
          <ac:grpSpMkLst>
            <pc:docMk/>
            <pc:sldMk cId="880555040" sldId="261"/>
            <ac:grpSpMk id="10" creationId="{AE1C45F0-260A-458C-96ED-C1F6D2151219}"/>
          </ac:grpSpMkLst>
        </pc:grpChg>
        <pc:cxnChg chg="add">
          <ac:chgData name="Caleb Erickson" userId="880b965ba2027f27" providerId="LiveId" clId="{555291D7-A68B-42B6-98CC-7A5613C4E778}" dt="2026-02-24T15:03:51.272" v="2931" actId="26606"/>
          <ac:cxnSpMkLst>
            <pc:docMk/>
            <pc:sldMk cId="880555040" sldId="261"/>
            <ac:cxnSpMk id="17" creationId="{6CF1BAF6-AD41-4082-B212-8A1F9A2E8779}"/>
          </ac:cxnSpMkLst>
        </pc:cxnChg>
      </pc:sldChg>
      <pc:sldChg chg="addSp modSp new mod setBg modNotesTx">
        <pc:chgData name="Caleb Erickson" userId="880b965ba2027f27" providerId="LiveId" clId="{555291D7-A68B-42B6-98CC-7A5613C4E778}" dt="2026-02-24T16:59:13.755" v="4532" actId="20577"/>
        <pc:sldMkLst>
          <pc:docMk/>
          <pc:sldMk cId="698386490" sldId="262"/>
        </pc:sldMkLst>
        <pc:spChg chg="mod">
          <ac:chgData name="Caleb Erickson" userId="880b965ba2027f27" providerId="LiveId" clId="{555291D7-A68B-42B6-98CC-7A5613C4E778}" dt="2026-02-24T15:01:16.999" v="2848" actId="26606"/>
          <ac:spMkLst>
            <pc:docMk/>
            <pc:sldMk cId="698386490" sldId="262"/>
            <ac:spMk id="2" creationId="{28B3D334-6B27-1459-A1DB-ACE9DBE420C0}"/>
          </ac:spMkLst>
        </pc:spChg>
        <pc:spChg chg="mod">
          <ac:chgData name="Caleb Erickson" userId="880b965ba2027f27" providerId="LiveId" clId="{555291D7-A68B-42B6-98CC-7A5613C4E778}" dt="2026-02-24T15:01:16.999" v="2848" actId="26606"/>
          <ac:spMkLst>
            <pc:docMk/>
            <pc:sldMk cId="698386490" sldId="262"/>
            <ac:spMk id="3" creationId="{07933A8D-13EB-78E0-5C86-25BEBC7BA1A1}"/>
          </ac:spMkLst>
        </pc:spChg>
        <pc:spChg chg="add">
          <ac:chgData name="Caleb Erickson" userId="880b965ba2027f27" providerId="LiveId" clId="{555291D7-A68B-42B6-98CC-7A5613C4E778}" dt="2026-02-24T15:01:16.999" v="2848" actId="26606"/>
          <ac:spMkLst>
            <pc:docMk/>
            <pc:sldMk cId="698386490" sldId="262"/>
            <ac:spMk id="9" creationId="{C0763A76-9F1C-4FC5-82B7-DD475DA461B2}"/>
          </ac:spMkLst>
        </pc:spChg>
        <pc:spChg chg="add">
          <ac:chgData name="Caleb Erickson" userId="880b965ba2027f27" providerId="LiveId" clId="{555291D7-A68B-42B6-98CC-7A5613C4E778}" dt="2026-02-24T15:01:16.999" v="2848" actId="26606"/>
          <ac:spMkLst>
            <pc:docMk/>
            <pc:sldMk cId="698386490" sldId="262"/>
            <ac:spMk id="11" creationId="{E81BF4F6-F2CF-4984-9D14-D6966D92F99F}"/>
          </ac:spMkLst>
        </pc:spChg>
        <pc:picChg chg="add">
          <ac:chgData name="Caleb Erickson" userId="880b965ba2027f27" providerId="LiveId" clId="{555291D7-A68B-42B6-98CC-7A5613C4E778}" dt="2026-02-24T15:01:16.999" v="2848" actId="26606"/>
          <ac:picMkLst>
            <pc:docMk/>
            <pc:sldMk cId="698386490" sldId="262"/>
            <ac:picMk id="5" creationId="{A1C604C0-328E-38F7-F1CA-BB3BE17B055D}"/>
          </ac:picMkLst>
        </pc:picChg>
      </pc:sldChg>
      <pc:sldChg chg="addSp delSp modSp new mod ord modNotesTx">
        <pc:chgData name="Caleb Erickson" userId="880b965ba2027f27" providerId="LiveId" clId="{555291D7-A68B-42B6-98CC-7A5613C4E778}" dt="2026-02-24T15:21:55.848" v="3231" actId="20577"/>
        <pc:sldMkLst>
          <pc:docMk/>
          <pc:sldMk cId="412135471" sldId="263"/>
        </pc:sldMkLst>
        <pc:spChg chg="mod">
          <ac:chgData name="Caleb Erickson" userId="880b965ba2027f27" providerId="LiveId" clId="{555291D7-A68B-42B6-98CC-7A5613C4E778}" dt="2026-02-24T14:45:49.549" v="985" actId="20577"/>
          <ac:spMkLst>
            <pc:docMk/>
            <pc:sldMk cId="412135471" sldId="263"/>
            <ac:spMk id="2" creationId="{8CC4C910-2251-74D8-5308-E3539654E440}"/>
          </ac:spMkLst>
        </pc:spChg>
        <pc:spChg chg="del mod">
          <ac:chgData name="Caleb Erickson" userId="880b965ba2027f27" providerId="LiveId" clId="{555291D7-A68B-42B6-98CC-7A5613C4E778}" dt="2026-02-24T15:02:42.394" v="2888" actId="26606"/>
          <ac:spMkLst>
            <pc:docMk/>
            <pc:sldMk cId="412135471" sldId="263"/>
            <ac:spMk id="3" creationId="{44755F2A-E854-A396-F726-B8812F3D3CF0}"/>
          </ac:spMkLst>
        </pc:spChg>
        <pc:graphicFrameChg chg="add modGraphic">
          <ac:chgData name="Caleb Erickson" userId="880b965ba2027f27" providerId="LiveId" clId="{555291D7-A68B-42B6-98CC-7A5613C4E778}" dt="2026-02-24T15:18:22.856" v="3194" actId="20577"/>
          <ac:graphicFrameMkLst>
            <pc:docMk/>
            <pc:sldMk cId="412135471" sldId="263"/>
            <ac:graphicFrameMk id="5" creationId="{658521FB-FE8A-5D28-F4CB-9C793A7539BC}"/>
          </ac:graphicFrameMkLst>
        </pc:graphicFrameChg>
      </pc:sldChg>
      <pc:sldChg chg="addSp modSp new mod setBg modNotesTx">
        <pc:chgData name="Caleb Erickson" userId="880b965ba2027f27" providerId="LiveId" clId="{555291D7-A68B-42B6-98CC-7A5613C4E778}" dt="2026-02-24T15:52:41.981" v="3317" actId="20577"/>
        <pc:sldMkLst>
          <pc:docMk/>
          <pc:sldMk cId="3215007201" sldId="264"/>
        </pc:sldMkLst>
        <pc:spChg chg="mod">
          <ac:chgData name="Caleb Erickson" userId="880b965ba2027f27" providerId="LiveId" clId="{555291D7-A68B-42B6-98CC-7A5613C4E778}" dt="2026-02-24T15:03:27.921" v="2929" actId="26606"/>
          <ac:spMkLst>
            <pc:docMk/>
            <pc:sldMk cId="3215007201" sldId="264"/>
            <ac:spMk id="2" creationId="{35CFA17A-AA9C-072F-574B-DC6A4F57DCC8}"/>
          </ac:spMkLst>
        </pc:spChg>
        <pc:spChg chg="mod">
          <ac:chgData name="Caleb Erickson" userId="880b965ba2027f27" providerId="LiveId" clId="{555291D7-A68B-42B6-98CC-7A5613C4E778}" dt="2026-02-24T15:52:41.981" v="3317" actId="20577"/>
          <ac:spMkLst>
            <pc:docMk/>
            <pc:sldMk cId="3215007201" sldId="264"/>
            <ac:spMk id="3" creationId="{6F3033D2-BD6F-E65C-821C-81EE296F359B}"/>
          </ac:spMkLst>
        </pc:spChg>
        <pc:spChg chg="add">
          <ac:chgData name="Caleb Erickson" userId="880b965ba2027f27" providerId="LiveId" clId="{555291D7-A68B-42B6-98CC-7A5613C4E778}" dt="2026-02-24T15:03:27.921" v="2929" actId="26606"/>
          <ac:spMkLst>
            <pc:docMk/>
            <pc:sldMk cId="3215007201" sldId="264"/>
            <ac:spMk id="8" creationId="{B6CDA21F-E7AF-4C75-8395-33F58D5B0E45}"/>
          </ac:spMkLst>
        </pc:spChg>
        <pc:spChg chg="add">
          <ac:chgData name="Caleb Erickson" userId="880b965ba2027f27" providerId="LiveId" clId="{555291D7-A68B-42B6-98CC-7A5613C4E778}" dt="2026-02-24T15:03:27.921" v="2929" actId="26606"/>
          <ac:spMkLst>
            <pc:docMk/>
            <pc:sldMk cId="3215007201" sldId="264"/>
            <ac:spMk id="15" creationId="{D5B0017B-2ECA-49AF-B397-DC140825DF8D}"/>
          </ac:spMkLst>
        </pc:spChg>
        <pc:grpChg chg="add">
          <ac:chgData name="Caleb Erickson" userId="880b965ba2027f27" providerId="LiveId" clId="{555291D7-A68B-42B6-98CC-7A5613C4E778}" dt="2026-02-24T15:03:27.921" v="2929" actId="26606"/>
          <ac:grpSpMkLst>
            <pc:docMk/>
            <pc:sldMk cId="3215007201" sldId="264"/>
            <ac:grpSpMk id="10" creationId="{AE1C45F0-260A-458C-96ED-C1F6D2151219}"/>
          </ac:grpSpMkLst>
        </pc:grpChg>
        <pc:cxnChg chg="add">
          <ac:chgData name="Caleb Erickson" userId="880b965ba2027f27" providerId="LiveId" clId="{555291D7-A68B-42B6-98CC-7A5613C4E778}" dt="2026-02-24T15:03:27.921" v="2929" actId="26606"/>
          <ac:cxnSpMkLst>
            <pc:docMk/>
            <pc:sldMk cId="3215007201" sldId="264"/>
            <ac:cxnSpMk id="17" creationId="{6CF1BAF6-AD41-4082-B212-8A1F9A2E8779}"/>
          </ac:cxnSpMkLst>
        </pc:cxnChg>
      </pc:sldChg>
      <pc:sldChg chg="addSp delSp modSp new mod setBg modNotesTx">
        <pc:chgData name="Caleb Erickson" userId="880b965ba2027f27" providerId="LiveId" clId="{555291D7-A68B-42B6-98CC-7A5613C4E778}" dt="2026-02-24T16:59:36.095" v="4538" actId="20577"/>
        <pc:sldMkLst>
          <pc:docMk/>
          <pc:sldMk cId="2079201091" sldId="265"/>
        </pc:sldMkLst>
        <pc:spChg chg="mod">
          <ac:chgData name="Caleb Erickson" userId="880b965ba2027f27" providerId="LiveId" clId="{555291D7-A68B-42B6-98CC-7A5613C4E778}" dt="2026-02-24T15:03:38.991" v="2930" actId="26606"/>
          <ac:spMkLst>
            <pc:docMk/>
            <pc:sldMk cId="2079201091" sldId="265"/>
            <ac:spMk id="2" creationId="{831FF4AB-8584-6B77-48CD-472A0BEB05DA}"/>
          </ac:spMkLst>
        </pc:spChg>
        <pc:spChg chg="del mod">
          <ac:chgData name="Caleb Erickson" userId="880b965ba2027f27" providerId="LiveId" clId="{555291D7-A68B-42B6-98CC-7A5613C4E778}" dt="2026-02-24T15:03:38.991" v="2930" actId="26606"/>
          <ac:spMkLst>
            <pc:docMk/>
            <pc:sldMk cId="2079201091" sldId="265"/>
            <ac:spMk id="3" creationId="{F4492110-8F6E-5A87-4F6C-5C5A26367E8B}"/>
          </ac:spMkLst>
        </pc:spChg>
        <pc:spChg chg="add">
          <ac:chgData name="Caleb Erickson" userId="880b965ba2027f27" providerId="LiveId" clId="{555291D7-A68B-42B6-98CC-7A5613C4E778}" dt="2026-02-24T15:03:38.991" v="2930" actId="26606"/>
          <ac:spMkLst>
            <pc:docMk/>
            <pc:sldMk cId="2079201091" sldId="265"/>
            <ac:spMk id="10" creationId="{B50AB553-2A96-4A92-96F2-93548E096954}"/>
          </ac:spMkLst>
        </pc:spChg>
        <pc:graphicFrameChg chg="add">
          <ac:chgData name="Caleb Erickson" userId="880b965ba2027f27" providerId="LiveId" clId="{555291D7-A68B-42B6-98CC-7A5613C4E778}" dt="2026-02-24T15:03:38.991" v="2930" actId="26606"/>
          <ac:graphicFrameMkLst>
            <pc:docMk/>
            <pc:sldMk cId="2079201091" sldId="265"/>
            <ac:graphicFrameMk id="5" creationId="{89409AE6-BF31-CF71-13B8-1E1EB8163665}"/>
          </ac:graphicFrameMkLst>
        </pc:graphicFrameChg>
        <pc:picChg chg="add">
          <ac:chgData name="Caleb Erickson" userId="880b965ba2027f27" providerId="LiveId" clId="{555291D7-A68B-42B6-98CC-7A5613C4E778}" dt="2026-02-24T15:03:38.991" v="2930" actId="26606"/>
          <ac:picMkLst>
            <pc:docMk/>
            <pc:sldMk cId="2079201091" sldId="265"/>
            <ac:picMk id="6" creationId="{E280EA2F-81C2-475A-115E-FDF239B8B73F}"/>
          </ac:picMkLst>
        </pc:picChg>
      </pc:sldChg>
      <pc:sldChg chg="addSp modSp new mod setBg modNotesTx">
        <pc:chgData name="Caleb Erickson" userId="880b965ba2027f27" providerId="LiveId" clId="{555291D7-A68B-42B6-98CC-7A5613C4E778}" dt="2026-02-24T18:54:26.063" v="4560" actId="20577"/>
        <pc:sldMkLst>
          <pc:docMk/>
          <pc:sldMk cId="4288110087" sldId="266"/>
        </pc:sldMkLst>
        <pc:spChg chg="mod">
          <ac:chgData name="Caleb Erickson" userId="880b965ba2027f27" providerId="LiveId" clId="{555291D7-A68B-42B6-98CC-7A5613C4E778}" dt="2026-02-24T18:54:26.063" v="4560" actId="20577"/>
          <ac:spMkLst>
            <pc:docMk/>
            <pc:sldMk cId="4288110087" sldId="266"/>
            <ac:spMk id="2" creationId="{1562E038-3F80-6289-33DC-0354193886A0}"/>
          </ac:spMkLst>
        </pc:spChg>
        <pc:spChg chg="mod">
          <ac:chgData name="Caleb Erickson" userId="880b965ba2027f27" providerId="LiveId" clId="{555291D7-A68B-42B6-98CC-7A5613C4E778}" dt="2026-02-24T15:58:46.647" v="3826" actId="255"/>
          <ac:spMkLst>
            <pc:docMk/>
            <pc:sldMk cId="4288110087" sldId="266"/>
            <ac:spMk id="3" creationId="{38B80E7A-2F9E-CFE8-E2AF-CC549992F749}"/>
          </ac:spMkLst>
        </pc:spChg>
        <pc:spChg chg="add">
          <ac:chgData name="Caleb Erickson" userId="880b965ba2027f27" providerId="LiveId" clId="{555291D7-A68B-42B6-98CC-7A5613C4E778}" dt="2026-02-24T15:03:56.764" v="2932" actId="26606"/>
          <ac:spMkLst>
            <pc:docMk/>
            <pc:sldMk cId="4288110087" sldId="266"/>
            <ac:spMk id="8" creationId="{B6CDA21F-E7AF-4C75-8395-33F58D5B0E45}"/>
          </ac:spMkLst>
        </pc:spChg>
        <pc:spChg chg="add">
          <ac:chgData name="Caleb Erickson" userId="880b965ba2027f27" providerId="LiveId" clId="{555291D7-A68B-42B6-98CC-7A5613C4E778}" dt="2026-02-24T15:03:56.764" v="2932" actId="26606"/>
          <ac:spMkLst>
            <pc:docMk/>
            <pc:sldMk cId="4288110087" sldId="266"/>
            <ac:spMk id="15" creationId="{D5B0017B-2ECA-49AF-B397-DC140825DF8D}"/>
          </ac:spMkLst>
        </pc:spChg>
        <pc:grpChg chg="add">
          <ac:chgData name="Caleb Erickson" userId="880b965ba2027f27" providerId="LiveId" clId="{555291D7-A68B-42B6-98CC-7A5613C4E778}" dt="2026-02-24T15:03:56.764" v="2932" actId="26606"/>
          <ac:grpSpMkLst>
            <pc:docMk/>
            <pc:sldMk cId="4288110087" sldId="266"/>
            <ac:grpSpMk id="10" creationId="{AE1C45F0-260A-458C-96ED-C1F6D2151219}"/>
          </ac:grpSpMkLst>
        </pc:grpChg>
        <pc:cxnChg chg="add">
          <ac:chgData name="Caleb Erickson" userId="880b965ba2027f27" providerId="LiveId" clId="{555291D7-A68B-42B6-98CC-7A5613C4E778}" dt="2026-02-24T15:03:56.764" v="2932" actId="26606"/>
          <ac:cxnSpMkLst>
            <pc:docMk/>
            <pc:sldMk cId="4288110087" sldId="266"/>
            <ac:cxnSpMk id="17" creationId="{6CF1BAF6-AD41-4082-B212-8A1F9A2E8779}"/>
          </ac:cxnSpMkLst>
        </pc:cxnChg>
      </pc:sldChg>
      <pc:sldChg chg="modSp new del mod">
        <pc:chgData name="Caleb Erickson" userId="880b965ba2027f27" providerId="LiveId" clId="{555291D7-A68B-42B6-98CC-7A5613C4E778}" dt="2026-02-24T15:20:54.690" v="3226" actId="47"/>
        <pc:sldMkLst>
          <pc:docMk/>
          <pc:sldMk cId="2909379522" sldId="267"/>
        </pc:sldMkLst>
        <pc:spChg chg="mod">
          <ac:chgData name="Caleb Erickson" userId="880b965ba2027f27" providerId="LiveId" clId="{555291D7-A68B-42B6-98CC-7A5613C4E778}" dt="2026-02-24T14:59:34.822" v="2793" actId="20577"/>
          <ac:spMkLst>
            <pc:docMk/>
            <pc:sldMk cId="2909379522" sldId="267"/>
            <ac:spMk id="2" creationId="{233DC1CC-BE86-CC74-8674-23F6A9168A58}"/>
          </ac:spMkLst>
        </pc:spChg>
      </pc:sldChg>
      <pc:sldChg chg="modSp new del mod">
        <pc:chgData name="Caleb Erickson" userId="880b965ba2027f27" providerId="LiveId" clId="{555291D7-A68B-42B6-98CC-7A5613C4E778}" dt="2026-02-24T15:19:11.253" v="3198" actId="47"/>
        <pc:sldMkLst>
          <pc:docMk/>
          <pc:sldMk cId="3548741993" sldId="268"/>
        </pc:sldMkLst>
        <pc:spChg chg="mod">
          <ac:chgData name="Caleb Erickson" userId="880b965ba2027f27" providerId="LiveId" clId="{555291D7-A68B-42B6-98CC-7A5613C4E778}" dt="2026-02-24T14:59:51.144" v="2816" actId="20577"/>
          <ac:spMkLst>
            <pc:docMk/>
            <pc:sldMk cId="3548741993" sldId="268"/>
            <ac:spMk id="2" creationId="{4167F2C8-CDCA-3203-B817-13069D2462B3}"/>
          </ac:spMkLst>
        </pc:spChg>
      </pc:sldChg>
      <pc:sldChg chg="addSp delSp modSp new mod setBg">
        <pc:chgData name="Caleb Erickson" userId="880b965ba2027f27" providerId="LiveId" clId="{555291D7-A68B-42B6-98CC-7A5613C4E778}" dt="2026-02-24T15:00:49.550" v="2846" actId="26606"/>
        <pc:sldMkLst>
          <pc:docMk/>
          <pc:sldMk cId="1557940216" sldId="269"/>
        </pc:sldMkLst>
        <pc:spChg chg="mod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2" creationId="{B4726901-0D0D-1DD1-24F3-378FCED8DFB1}"/>
          </ac:spMkLst>
        </pc:spChg>
        <pc:spChg chg="del mod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3" creationId="{E393CB3A-F7F3-8ADA-666E-41EE83DE48AD}"/>
          </ac:spMkLst>
        </pc:spChg>
        <pc:spChg chg="add del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8" creationId="{A2679492-7988-4050-9056-542444452411}"/>
          </ac:spMkLst>
        </pc:spChg>
        <pc:spChg chg="add del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10" creationId="{B091B163-7D61-4891-ABCF-5C13D9C418D0}"/>
          </ac:spMkLst>
        </pc:spChg>
        <pc:spChg chg="add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23" creationId="{9089EED9-F54D-4F20-A2C6-949DE4176959}"/>
          </ac:spMkLst>
        </pc:spChg>
        <pc:spChg chg="add">
          <ac:chgData name="Caleb Erickson" userId="880b965ba2027f27" providerId="LiveId" clId="{555291D7-A68B-42B6-98CC-7A5613C4E778}" dt="2026-02-24T15:00:49.550" v="2846" actId="26606"/>
          <ac:spMkLst>
            <pc:docMk/>
            <pc:sldMk cId="1557940216" sldId="269"/>
            <ac:spMk id="25" creationId="{7E46F721-3785-414D-8697-16AF490E6806}"/>
          </ac:spMkLst>
        </pc:spChg>
        <pc:grpChg chg="add del">
          <ac:chgData name="Caleb Erickson" userId="880b965ba2027f27" providerId="LiveId" clId="{555291D7-A68B-42B6-98CC-7A5613C4E778}" dt="2026-02-24T15:00:49.550" v="2846" actId="26606"/>
          <ac:grpSpMkLst>
            <pc:docMk/>
            <pc:sldMk cId="1557940216" sldId="269"/>
            <ac:grpSpMk id="12" creationId="{0474DF76-993E-44DE-AFB0-C416182ACECF}"/>
          </ac:grpSpMkLst>
        </pc:grpChg>
        <pc:picChg chg="add">
          <ac:chgData name="Caleb Erickson" userId="880b965ba2027f27" providerId="LiveId" clId="{555291D7-A68B-42B6-98CC-7A5613C4E778}" dt="2026-02-24T15:00:49.550" v="2846" actId="26606"/>
          <ac:picMkLst>
            <pc:docMk/>
            <pc:sldMk cId="1557940216" sldId="269"/>
            <ac:picMk id="19" creationId="{85F11F4C-8382-F05D-AFC7-BA587D8AD941}"/>
          </ac:picMkLst>
        </pc:picChg>
        <pc:cxnChg chg="add del">
          <ac:chgData name="Caleb Erickson" userId="880b965ba2027f27" providerId="LiveId" clId="{555291D7-A68B-42B6-98CC-7A5613C4E778}" dt="2026-02-24T15:00:49.550" v="2846" actId="26606"/>
          <ac:cxnSpMkLst>
            <pc:docMk/>
            <pc:sldMk cId="1557940216" sldId="269"/>
            <ac:cxnSpMk id="17" creationId="{C49DA8F6-BCC1-4447-B54C-57856834B94B}"/>
          </ac:cxnSpMkLst>
        </pc:cxnChg>
      </pc:sldChg>
      <pc:sldChg chg="addSp delSp modSp new mod modNotesTx">
        <pc:chgData name="Caleb Erickson" userId="880b965ba2027f27" providerId="LiveId" clId="{555291D7-A68B-42B6-98CC-7A5613C4E778}" dt="2026-02-24T15:22:20.574" v="3290" actId="20577"/>
        <pc:sldMkLst>
          <pc:docMk/>
          <pc:sldMk cId="2808194162" sldId="270"/>
        </pc:sldMkLst>
        <pc:spChg chg="mod">
          <ac:chgData name="Caleb Erickson" userId="880b965ba2027f27" providerId="LiveId" clId="{555291D7-A68B-42B6-98CC-7A5613C4E778}" dt="2026-02-24T15:05:45.898" v="2938" actId="20577"/>
          <ac:spMkLst>
            <pc:docMk/>
            <pc:sldMk cId="2808194162" sldId="270"/>
            <ac:spMk id="2" creationId="{B71F15EC-07C3-37D7-A2D4-229525C0FC68}"/>
          </ac:spMkLst>
        </pc:spChg>
        <pc:spChg chg="add del mod">
          <ac:chgData name="Caleb Erickson" userId="880b965ba2027f27" providerId="LiveId" clId="{555291D7-A68B-42B6-98CC-7A5613C4E778}" dt="2026-02-24T15:06:25.390" v="2995" actId="26606"/>
          <ac:spMkLst>
            <pc:docMk/>
            <pc:sldMk cId="2808194162" sldId="270"/>
            <ac:spMk id="3" creationId="{92829E12-C86C-7303-40A3-16E981E192A4}"/>
          </ac:spMkLst>
        </pc:spChg>
        <pc:graphicFrameChg chg="add del">
          <ac:chgData name="Caleb Erickson" userId="880b965ba2027f27" providerId="LiveId" clId="{555291D7-A68B-42B6-98CC-7A5613C4E778}" dt="2026-02-24T15:06:25.380" v="2994" actId="26606"/>
          <ac:graphicFrameMkLst>
            <pc:docMk/>
            <pc:sldMk cId="2808194162" sldId="270"/>
            <ac:graphicFrameMk id="5" creationId="{DBE76A10-A539-738C-AC0E-7B6551FDD856}"/>
          </ac:graphicFrameMkLst>
        </pc:graphicFrameChg>
        <pc:graphicFrameChg chg="add mod">
          <ac:chgData name="Caleb Erickson" userId="880b965ba2027f27" providerId="LiveId" clId="{555291D7-A68B-42B6-98CC-7A5613C4E778}" dt="2026-02-24T15:08:11.778" v="2997"/>
          <ac:graphicFrameMkLst>
            <pc:docMk/>
            <pc:sldMk cId="2808194162" sldId="270"/>
            <ac:graphicFrameMk id="7" creationId="{73CA8B29-F560-C693-4C84-7E72720D2A9E}"/>
          </ac:graphicFrameMkLst>
        </pc:graphicFrameChg>
      </pc:sldChg>
      <pc:sldChg chg="addSp delSp modSp add del mod setBg delDesignElem">
        <pc:chgData name="Caleb Erickson" userId="880b965ba2027f27" providerId="LiveId" clId="{555291D7-A68B-42B6-98CC-7A5613C4E778}" dt="2026-02-24T15:20:05.147" v="3202" actId="47"/>
        <pc:sldMkLst>
          <pc:docMk/>
          <pc:sldMk cId="1786021120" sldId="271"/>
        </pc:sldMkLst>
        <pc:spChg chg="mod">
          <ac:chgData name="Caleb Erickson" userId="880b965ba2027f27" providerId="LiveId" clId="{555291D7-A68B-42B6-98CC-7A5613C4E778}" dt="2026-02-24T15:19:43.896" v="3201" actId="26606"/>
          <ac:spMkLst>
            <pc:docMk/>
            <pc:sldMk cId="1786021120" sldId="271"/>
            <ac:spMk id="2" creationId="{28DCDA85-2E31-E1F1-C1D2-20FA269B3A83}"/>
          </ac:spMkLst>
        </pc:spChg>
        <pc:spChg chg="del">
          <ac:chgData name="Caleb Erickson" userId="880b965ba2027f27" providerId="LiveId" clId="{555291D7-A68B-42B6-98CC-7A5613C4E778}" dt="2026-02-24T15:19:43.896" v="3201" actId="26606"/>
          <ac:spMkLst>
            <pc:docMk/>
            <pc:sldMk cId="1786021120" sldId="271"/>
            <ac:spMk id="3" creationId="{6F78AD01-BD82-8F37-2A07-887F48C18DB9}"/>
          </ac:spMkLst>
        </pc:spChg>
        <pc:spChg chg="del">
          <ac:chgData name="Caleb Erickson" userId="880b965ba2027f27" providerId="LiveId" clId="{555291D7-A68B-42B6-98CC-7A5613C4E778}" dt="2026-02-24T15:19:22.143" v="3200"/>
          <ac:spMkLst>
            <pc:docMk/>
            <pc:sldMk cId="1786021120" sldId="271"/>
            <ac:spMk id="8" creationId="{DC50683A-8049-D3C5-78E8-3756AAAB2BBC}"/>
          </ac:spMkLst>
        </pc:spChg>
        <pc:spChg chg="add">
          <ac:chgData name="Caleb Erickson" userId="880b965ba2027f27" providerId="LiveId" clId="{555291D7-A68B-42B6-98CC-7A5613C4E778}" dt="2026-02-24T15:19:43.896" v="3201" actId="26606"/>
          <ac:spMkLst>
            <pc:docMk/>
            <pc:sldMk cId="1786021120" sldId="271"/>
            <ac:spMk id="9" creationId="{56E9B3E6-E277-4D68-BA48-9CB43FFBD6E2}"/>
          </ac:spMkLst>
        </pc:spChg>
        <pc:spChg chg="del">
          <ac:chgData name="Caleb Erickson" userId="880b965ba2027f27" providerId="LiveId" clId="{555291D7-A68B-42B6-98CC-7A5613C4E778}" dt="2026-02-24T15:19:22.143" v="3200"/>
          <ac:spMkLst>
            <pc:docMk/>
            <pc:sldMk cId="1786021120" sldId="271"/>
            <ac:spMk id="15" creationId="{44B0738B-CD17-7557-8C69-4D0C74C240A7}"/>
          </ac:spMkLst>
        </pc:spChg>
        <pc:spChg chg="add">
          <ac:chgData name="Caleb Erickson" userId="880b965ba2027f27" providerId="LiveId" clId="{555291D7-A68B-42B6-98CC-7A5613C4E778}" dt="2026-02-24T15:19:43.896" v="3201" actId="26606"/>
          <ac:spMkLst>
            <pc:docMk/>
            <pc:sldMk cId="1786021120" sldId="271"/>
            <ac:spMk id="16" creationId="{D5B0017B-2ECA-49AF-B397-DC140825DF8D}"/>
          </ac:spMkLst>
        </pc:spChg>
        <pc:grpChg chg="del">
          <ac:chgData name="Caleb Erickson" userId="880b965ba2027f27" providerId="LiveId" clId="{555291D7-A68B-42B6-98CC-7A5613C4E778}" dt="2026-02-24T15:19:22.143" v="3200"/>
          <ac:grpSpMkLst>
            <pc:docMk/>
            <pc:sldMk cId="1786021120" sldId="271"/>
            <ac:grpSpMk id="10" creationId="{ED2AF860-C34D-337A-6182-8B60F7E110CB}"/>
          </ac:grpSpMkLst>
        </pc:grpChg>
        <pc:grpChg chg="add">
          <ac:chgData name="Caleb Erickson" userId="880b965ba2027f27" providerId="LiveId" clId="{555291D7-A68B-42B6-98CC-7A5613C4E778}" dt="2026-02-24T15:19:43.896" v="3201" actId="26606"/>
          <ac:grpSpMkLst>
            <pc:docMk/>
            <pc:sldMk cId="1786021120" sldId="271"/>
            <ac:grpSpMk id="11" creationId="{AE1C45F0-260A-458C-96ED-C1F6D2151219}"/>
          </ac:grpSpMkLst>
        </pc:grpChg>
        <pc:graphicFrameChg chg="add">
          <ac:chgData name="Caleb Erickson" userId="880b965ba2027f27" providerId="LiveId" clId="{555291D7-A68B-42B6-98CC-7A5613C4E778}" dt="2026-02-24T15:19:43.896" v="3201" actId="26606"/>
          <ac:graphicFrameMkLst>
            <pc:docMk/>
            <pc:sldMk cId="1786021120" sldId="271"/>
            <ac:graphicFrameMk id="5" creationId="{4AF179AE-B850-6EEA-D003-23C4DC818552}"/>
          </ac:graphicFrameMkLst>
        </pc:graphicFrameChg>
        <pc:cxnChg chg="del">
          <ac:chgData name="Caleb Erickson" userId="880b965ba2027f27" providerId="LiveId" clId="{555291D7-A68B-42B6-98CC-7A5613C4E778}" dt="2026-02-24T15:19:22.143" v="3200"/>
          <ac:cxnSpMkLst>
            <pc:docMk/>
            <pc:sldMk cId="1786021120" sldId="271"/>
            <ac:cxnSpMk id="17" creationId="{AB1FAB68-2FDF-B699-B7F8-9280085C28A1}"/>
          </ac:cxnSpMkLst>
        </pc:cxnChg>
        <pc:cxnChg chg="add">
          <ac:chgData name="Caleb Erickson" userId="880b965ba2027f27" providerId="LiveId" clId="{555291D7-A68B-42B6-98CC-7A5613C4E778}" dt="2026-02-24T15:19:43.896" v="3201" actId="26606"/>
          <ac:cxnSpMkLst>
            <pc:docMk/>
            <pc:sldMk cId="1786021120" sldId="271"/>
            <ac:cxnSpMk id="18" creationId="{6CF1BAF6-AD41-4082-B212-8A1F9A2E8779}"/>
          </ac:cxnSpMkLst>
        </pc:cxnChg>
      </pc:sldChg>
      <pc:sldChg chg="delSp add del setBg delDesignElem">
        <pc:chgData name="Caleb Erickson" userId="880b965ba2027f27" providerId="LiveId" clId="{555291D7-A68B-42B6-98CC-7A5613C4E778}" dt="2026-02-24T15:19:09.798" v="3197" actId="47"/>
        <pc:sldMkLst>
          <pc:docMk/>
          <pc:sldMk cId="3737624949" sldId="271"/>
        </pc:sldMkLst>
        <pc:spChg chg="del">
          <ac:chgData name="Caleb Erickson" userId="880b965ba2027f27" providerId="LiveId" clId="{555291D7-A68B-42B6-98CC-7A5613C4E778}" dt="2026-02-24T15:19:06.430" v="3196"/>
          <ac:spMkLst>
            <pc:docMk/>
            <pc:sldMk cId="3737624949" sldId="271"/>
            <ac:spMk id="8" creationId="{DC63EC7B-5D4A-8BCB-C068-722017AF09A0}"/>
          </ac:spMkLst>
        </pc:spChg>
        <pc:spChg chg="del">
          <ac:chgData name="Caleb Erickson" userId="880b965ba2027f27" providerId="LiveId" clId="{555291D7-A68B-42B6-98CC-7A5613C4E778}" dt="2026-02-24T15:19:06.430" v="3196"/>
          <ac:spMkLst>
            <pc:docMk/>
            <pc:sldMk cId="3737624949" sldId="271"/>
            <ac:spMk id="15" creationId="{FC077AFB-5FC8-1A91-CEB5-48AD9BF872DA}"/>
          </ac:spMkLst>
        </pc:spChg>
        <pc:grpChg chg="del">
          <ac:chgData name="Caleb Erickson" userId="880b965ba2027f27" providerId="LiveId" clId="{555291D7-A68B-42B6-98CC-7A5613C4E778}" dt="2026-02-24T15:19:06.430" v="3196"/>
          <ac:grpSpMkLst>
            <pc:docMk/>
            <pc:sldMk cId="3737624949" sldId="271"/>
            <ac:grpSpMk id="10" creationId="{4D78B34E-6791-5F87-2762-916D36833559}"/>
          </ac:grpSpMkLst>
        </pc:grpChg>
        <pc:cxnChg chg="del">
          <ac:chgData name="Caleb Erickson" userId="880b965ba2027f27" providerId="LiveId" clId="{555291D7-A68B-42B6-98CC-7A5613C4E778}" dt="2026-02-24T15:19:06.430" v="3196"/>
          <ac:cxnSpMkLst>
            <pc:docMk/>
            <pc:sldMk cId="3737624949" sldId="271"/>
            <ac:cxnSpMk id="17" creationId="{CD712A18-D063-2881-0CB8-896B84A2FD2C}"/>
          </ac:cxnSpMkLst>
        </pc:cxnChg>
      </pc:sldChg>
      <pc:sldChg chg="modSp add mod ord modNotesTx">
        <pc:chgData name="Caleb Erickson" userId="880b965ba2027f27" providerId="LiveId" clId="{555291D7-A68B-42B6-98CC-7A5613C4E778}" dt="2026-02-24T15:58:58.152" v="3827" actId="255"/>
        <pc:sldMkLst>
          <pc:docMk/>
          <pc:sldMk cId="4032951921" sldId="271"/>
        </pc:sldMkLst>
        <pc:spChg chg="mod">
          <ac:chgData name="Caleb Erickson" userId="880b965ba2027f27" providerId="LiveId" clId="{555291D7-A68B-42B6-98CC-7A5613C4E778}" dt="2026-02-24T15:20:24.136" v="3213" actId="20577"/>
          <ac:spMkLst>
            <pc:docMk/>
            <pc:sldMk cId="4032951921" sldId="271"/>
            <ac:spMk id="2" creationId="{1A54B9D0-D1C1-1B49-9799-903E66E68415}"/>
          </ac:spMkLst>
        </pc:spChg>
        <pc:spChg chg="mod">
          <ac:chgData name="Caleb Erickson" userId="880b965ba2027f27" providerId="LiveId" clId="{555291D7-A68B-42B6-98CC-7A5613C4E778}" dt="2026-02-24T15:58:58.152" v="3827" actId="255"/>
          <ac:spMkLst>
            <pc:docMk/>
            <pc:sldMk cId="4032951921" sldId="271"/>
            <ac:spMk id="3" creationId="{D1C19A2E-658A-5F46-267F-2C5C4A5B0E05}"/>
          </ac:spMkLst>
        </pc:spChg>
      </pc:sldChg>
      <pc:sldChg chg="modSp add mod ord modNotesTx">
        <pc:chgData name="Caleb Erickson" userId="880b965ba2027f27" providerId="LiveId" clId="{555291D7-A68B-42B6-98CC-7A5613C4E778}" dt="2026-02-24T15:55:13.839" v="3635" actId="20577"/>
        <pc:sldMkLst>
          <pc:docMk/>
          <pc:sldMk cId="1002964499" sldId="272"/>
        </pc:sldMkLst>
        <pc:spChg chg="mod">
          <ac:chgData name="Caleb Erickson" userId="880b965ba2027f27" providerId="LiveId" clId="{555291D7-A68B-42B6-98CC-7A5613C4E778}" dt="2026-02-24T15:20:40.015" v="3222" actId="20577"/>
          <ac:spMkLst>
            <pc:docMk/>
            <pc:sldMk cId="1002964499" sldId="272"/>
            <ac:spMk id="2" creationId="{F5562660-7EC6-B7C3-F0C2-7D96569FDBDB}"/>
          </ac:spMkLst>
        </pc:spChg>
        <pc:spChg chg="mod">
          <ac:chgData name="Caleb Erickson" userId="880b965ba2027f27" providerId="LiveId" clId="{555291D7-A68B-42B6-98CC-7A5613C4E778}" dt="2026-02-24T15:55:13.839" v="3635" actId="20577"/>
          <ac:spMkLst>
            <pc:docMk/>
            <pc:sldMk cId="1002964499" sldId="272"/>
            <ac:spMk id="3" creationId="{79C0CA51-BDFE-956D-653C-39A5F78623D9}"/>
          </ac:spMkLst>
        </pc:spChg>
      </pc:sldChg>
      <pc:sldChg chg="addSp modSp new mod setBg modNotesTx">
        <pc:chgData name="Caleb Erickson" userId="880b965ba2027f27" providerId="LiveId" clId="{555291D7-A68B-42B6-98CC-7A5613C4E778}" dt="2026-02-24T16:59:48.854" v="4558" actId="20577"/>
        <pc:sldMkLst>
          <pc:docMk/>
          <pc:sldMk cId="3854206600" sldId="273"/>
        </pc:sldMkLst>
        <pc:spChg chg="mod">
          <ac:chgData name="Caleb Erickson" userId="880b965ba2027f27" providerId="LiveId" clId="{555291D7-A68B-42B6-98CC-7A5613C4E778}" dt="2026-02-24T16:57:48.740" v="4496" actId="26606"/>
          <ac:spMkLst>
            <pc:docMk/>
            <pc:sldMk cId="3854206600" sldId="273"/>
            <ac:spMk id="2" creationId="{33595605-3038-1032-95F7-3F5ED2D680D5}"/>
          </ac:spMkLst>
        </pc:spChg>
        <pc:spChg chg="mod">
          <ac:chgData name="Caleb Erickson" userId="880b965ba2027f27" providerId="LiveId" clId="{555291D7-A68B-42B6-98CC-7A5613C4E778}" dt="2026-02-24T16:57:48.740" v="4496" actId="26606"/>
          <ac:spMkLst>
            <pc:docMk/>
            <pc:sldMk cId="3854206600" sldId="273"/>
            <ac:spMk id="3" creationId="{781989F5-3912-29EE-9ADA-779E216DAD9A}"/>
          </ac:spMkLst>
        </pc:spChg>
        <pc:spChg chg="add">
          <ac:chgData name="Caleb Erickson" userId="880b965ba2027f27" providerId="LiveId" clId="{555291D7-A68B-42B6-98CC-7A5613C4E778}" dt="2026-02-24T16:57:48.740" v="4496" actId="26606"/>
          <ac:spMkLst>
            <pc:docMk/>
            <pc:sldMk cId="3854206600" sldId="273"/>
            <ac:spMk id="9" creationId="{C0763A76-9F1C-4FC5-82B7-DD475DA461B2}"/>
          </ac:spMkLst>
        </pc:spChg>
        <pc:spChg chg="add">
          <ac:chgData name="Caleb Erickson" userId="880b965ba2027f27" providerId="LiveId" clId="{555291D7-A68B-42B6-98CC-7A5613C4E778}" dt="2026-02-24T16:57:48.740" v="4496" actId="26606"/>
          <ac:spMkLst>
            <pc:docMk/>
            <pc:sldMk cId="3854206600" sldId="273"/>
            <ac:spMk id="11" creationId="{E81BF4F6-F2CF-4984-9D14-D6966D92F99F}"/>
          </ac:spMkLst>
        </pc:spChg>
        <pc:picChg chg="add">
          <ac:chgData name="Caleb Erickson" userId="880b965ba2027f27" providerId="LiveId" clId="{555291D7-A68B-42B6-98CC-7A5613C4E778}" dt="2026-02-24T16:57:48.740" v="4496" actId="26606"/>
          <ac:picMkLst>
            <pc:docMk/>
            <pc:sldMk cId="3854206600" sldId="273"/>
            <ac:picMk id="5" creationId="{0C061FB2-9FD1-5C6E-41F6-32EB84A5EB1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hyperlink" Target="http://34.70.160.221/dashboard/" TargetMode="External"/><Relationship Id="rId1" Type="http://schemas.openxmlformats.org/officeDocument/2006/relationships/hyperlink" Target="https://cs-495-project-page.vercel.app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hyperlink" Target="http://34.70.160.221/dashboard/" TargetMode="External"/><Relationship Id="rId1" Type="http://schemas.openxmlformats.org/officeDocument/2006/relationships/hyperlink" Target="https://cs-495-project-page.vercel.app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F9D357-45E9-46D6-9B84-86F4DE96E9A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2C7100-522F-4B34-81A3-5AC55FDB7A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SQL Security</a:t>
          </a:r>
        </a:p>
      </dgm:t>
    </dgm:pt>
    <dgm:pt modelId="{91E3F776-9DFF-4D76-8935-020726D448B4}" type="parTrans" cxnId="{D1914BDE-42F7-426B-9E5E-7E720D9BB48B}">
      <dgm:prSet/>
      <dgm:spPr/>
      <dgm:t>
        <a:bodyPr/>
        <a:lstStyle/>
        <a:p>
          <a:endParaRPr lang="en-US"/>
        </a:p>
      </dgm:t>
    </dgm:pt>
    <dgm:pt modelId="{E313A004-C595-4AC8-8878-7FF2B623874A}" type="sibTrans" cxnId="{D1914BDE-42F7-426B-9E5E-7E720D9BB48B}">
      <dgm:prSet/>
      <dgm:spPr/>
      <dgm:t>
        <a:bodyPr/>
        <a:lstStyle/>
        <a:p>
          <a:endParaRPr lang="en-US"/>
        </a:p>
      </dgm:t>
    </dgm:pt>
    <dgm:pt modelId="{89EE43FD-B15B-46B2-8C8D-1FAB2AC66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Properly sanitize input data when using relational databases to avoid SQL injections</a:t>
          </a:r>
        </a:p>
      </dgm:t>
    </dgm:pt>
    <dgm:pt modelId="{E9CB98D8-0650-4BE5-9E5D-0DFE952C6C9A}" type="parTrans" cxnId="{4A50DE6E-C7D0-491D-9334-11835A112363}">
      <dgm:prSet/>
      <dgm:spPr/>
      <dgm:t>
        <a:bodyPr/>
        <a:lstStyle/>
        <a:p>
          <a:endParaRPr lang="en-US"/>
        </a:p>
      </dgm:t>
    </dgm:pt>
    <dgm:pt modelId="{A117B258-893C-41A4-9302-9FDB5B2CE34F}" type="sibTrans" cxnId="{4A50DE6E-C7D0-491D-9334-11835A112363}">
      <dgm:prSet/>
      <dgm:spPr/>
      <dgm:t>
        <a:bodyPr/>
        <a:lstStyle/>
        <a:p>
          <a:endParaRPr lang="en-US"/>
        </a:p>
      </dgm:t>
    </dgm:pt>
    <dgm:pt modelId="{EE6B566F-1D7B-4D61-A9B8-96C30AE92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 not construct with raw f-strings</a:t>
          </a:r>
        </a:p>
      </dgm:t>
    </dgm:pt>
    <dgm:pt modelId="{A4857C83-96F7-4BA5-9805-84EEAAD466E8}" type="parTrans" cxnId="{58852368-5FFC-47AF-8765-A68CB558A17D}">
      <dgm:prSet/>
      <dgm:spPr/>
      <dgm:t>
        <a:bodyPr/>
        <a:lstStyle/>
        <a:p>
          <a:endParaRPr lang="en-US"/>
        </a:p>
      </dgm:t>
    </dgm:pt>
    <dgm:pt modelId="{E10567D6-E616-420C-82F9-CAA9B7F16905}" type="sibTrans" cxnId="{58852368-5FFC-47AF-8765-A68CB558A17D}">
      <dgm:prSet/>
      <dgm:spPr/>
      <dgm:t>
        <a:bodyPr/>
        <a:lstStyle/>
        <a:p>
          <a:endParaRPr lang="en-US"/>
        </a:p>
      </dgm:t>
    </dgm:pt>
    <dgm:pt modelId="{4AFC9E36-EE3D-453C-93D0-C39CF010E5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VM security</a:t>
          </a:r>
        </a:p>
      </dgm:t>
    </dgm:pt>
    <dgm:pt modelId="{F146E36D-58FA-4100-9E46-143FFF637565}" type="parTrans" cxnId="{1E4967E8-E772-4053-9A89-572E27F5C98F}">
      <dgm:prSet/>
      <dgm:spPr/>
      <dgm:t>
        <a:bodyPr/>
        <a:lstStyle/>
        <a:p>
          <a:endParaRPr lang="en-US"/>
        </a:p>
      </dgm:t>
    </dgm:pt>
    <dgm:pt modelId="{E29618EE-97FF-4247-942B-8A1D33E5B6C5}" type="sibTrans" cxnId="{1E4967E8-E772-4053-9A89-572E27F5C98F}">
      <dgm:prSet/>
      <dgm:spPr/>
      <dgm:t>
        <a:bodyPr/>
        <a:lstStyle/>
        <a:p>
          <a:endParaRPr lang="en-US"/>
        </a:p>
      </dgm:t>
    </dgm:pt>
    <dgm:pt modelId="{0D506CC6-94FB-4946-A20C-21E1BA03C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SSH access</a:t>
          </a:r>
        </a:p>
      </dgm:t>
    </dgm:pt>
    <dgm:pt modelId="{26C37B8D-4283-4F72-93E7-81675813EA2D}" type="parTrans" cxnId="{20EA3DE8-BFC4-4E8E-A294-0CB4B2D798CD}">
      <dgm:prSet/>
      <dgm:spPr/>
      <dgm:t>
        <a:bodyPr/>
        <a:lstStyle/>
        <a:p>
          <a:endParaRPr lang="en-US"/>
        </a:p>
      </dgm:t>
    </dgm:pt>
    <dgm:pt modelId="{DF0B7115-B0D0-4052-B312-7057E8941650}" type="sibTrans" cxnId="{20EA3DE8-BFC4-4E8E-A294-0CB4B2D798CD}">
      <dgm:prSet/>
      <dgm:spPr/>
      <dgm:t>
        <a:bodyPr/>
        <a:lstStyle/>
        <a:p>
          <a:endParaRPr lang="en-US"/>
        </a:p>
      </dgm:t>
    </dgm:pt>
    <dgm:pt modelId="{3CB874F3-0CE0-463F-BF92-4B4D80118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Inbound + outbound firewall traffic</a:t>
          </a:r>
        </a:p>
        <a:p>
          <a:pPr>
            <a:lnSpc>
              <a:spcPct val="100000"/>
            </a:lnSpc>
          </a:pPr>
          <a:r>
            <a:rPr lang="en-US"/>
            <a:t>Port access control</a:t>
          </a:r>
        </a:p>
      </dgm:t>
    </dgm:pt>
    <dgm:pt modelId="{04169AB3-5BDC-4229-9B09-6FBD2F583876}" type="parTrans" cxnId="{A081299A-B4A2-496E-BCDC-4AD8762799C3}">
      <dgm:prSet/>
      <dgm:spPr/>
      <dgm:t>
        <a:bodyPr/>
        <a:lstStyle/>
        <a:p>
          <a:endParaRPr lang="en-US"/>
        </a:p>
      </dgm:t>
    </dgm:pt>
    <dgm:pt modelId="{B37840A6-13BB-465B-82D7-A7A9DCC585D2}" type="sibTrans" cxnId="{A081299A-B4A2-496E-BCDC-4AD8762799C3}">
      <dgm:prSet/>
      <dgm:spPr/>
      <dgm:t>
        <a:bodyPr/>
        <a:lstStyle/>
        <a:p>
          <a:endParaRPr lang="en-US"/>
        </a:p>
      </dgm:t>
    </dgm:pt>
    <dgm:pt modelId="{56C52561-4AA6-4A74-8E9C-C8AB5053F5C4}" type="pres">
      <dgm:prSet presAssocID="{F8F9D357-45E9-46D6-9B84-86F4DE96E9A4}" presName="root" presStyleCnt="0">
        <dgm:presLayoutVars>
          <dgm:dir/>
          <dgm:resizeHandles val="exact"/>
        </dgm:presLayoutVars>
      </dgm:prSet>
      <dgm:spPr/>
    </dgm:pt>
    <dgm:pt modelId="{30D8E32B-7643-45C6-AFE8-BFC5D0AFA806}" type="pres">
      <dgm:prSet presAssocID="{A02C7100-522F-4B34-81A3-5AC55FDB7A78}" presName="compNode" presStyleCnt="0"/>
      <dgm:spPr/>
    </dgm:pt>
    <dgm:pt modelId="{D4931DD6-9F79-46E1-B991-9ECEC73B7706}" type="pres">
      <dgm:prSet presAssocID="{A02C7100-522F-4B34-81A3-5AC55FDB7A7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8B743B-71E2-453D-AED7-5F7DB482B547}" type="pres">
      <dgm:prSet presAssocID="{A02C7100-522F-4B34-81A3-5AC55FDB7A78}" presName="iconSpace" presStyleCnt="0"/>
      <dgm:spPr/>
    </dgm:pt>
    <dgm:pt modelId="{92A1E7F7-D227-4AA3-95B6-4CEE76BBE59E}" type="pres">
      <dgm:prSet presAssocID="{A02C7100-522F-4B34-81A3-5AC55FDB7A78}" presName="parTx" presStyleLbl="revTx" presStyleIdx="0" presStyleCnt="4">
        <dgm:presLayoutVars>
          <dgm:chMax val="0"/>
          <dgm:chPref val="0"/>
        </dgm:presLayoutVars>
      </dgm:prSet>
      <dgm:spPr/>
    </dgm:pt>
    <dgm:pt modelId="{BB1F2807-CD5A-4326-9F44-212B8B2E707F}" type="pres">
      <dgm:prSet presAssocID="{A02C7100-522F-4B34-81A3-5AC55FDB7A78}" presName="txSpace" presStyleCnt="0"/>
      <dgm:spPr/>
    </dgm:pt>
    <dgm:pt modelId="{A7756407-8FF5-4860-98C9-533BB3F7B48F}" type="pres">
      <dgm:prSet presAssocID="{A02C7100-522F-4B34-81A3-5AC55FDB7A78}" presName="desTx" presStyleLbl="revTx" presStyleIdx="1" presStyleCnt="4">
        <dgm:presLayoutVars/>
      </dgm:prSet>
      <dgm:spPr/>
    </dgm:pt>
    <dgm:pt modelId="{1E44918B-A759-4E5A-86BF-34CCBC606571}" type="pres">
      <dgm:prSet presAssocID="{E313A004-C595-4AC8-8878-7FF2B623874A}" presName="sibTrans" presStyleCnt="0"/>
      <dgm:spPr/>
    </dgm:pt>
    <dgm:pt modelId="{11EC182F-25B8-4B5A-A85B-637F7953E355}" type="pres">
      <dgm:prSet presAssocID="{4AFC9E36-EE3D-453C-93D0-C39CF010E502}" presName="compNode" presStyleCnt="0"/>
      <dgm:spPr/>
    </dgm:pt>
    <dgm:pt modelId="{AB5DE8D3-3083-4CB5-9137-9FBAD8F85E77}" type="pres">
      <dgm:prSet presAssocID="{4AFC9E36-EE3D-453C-93D0-C39CF010E50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4EA8A1-A216-4F73-A942-46DB53D3E9C4}" type="pres">
      <dgm:prSet presAssocID="{4AFC9E36-EE3D-453C-93D0-C39CF010E502}" presName="iconSpace" presStyleCnt="0"/>
      <dgm:spPr/>
    </dgm:pt>
    <dgm:pt modelId="{1AA8D3D8-EE1C-44AB-A067-9F9B5841F4CD}" type="pres">
      <dgm:prSet presAssocID="{4AFC9E36-EE3D-453C-93D0-C39CF010E502}" presName="parTx" presStyleLbl="revTx" presStyleIdx="2" presStyleCnt="4">
        <dgm:presLayoutVars>
          <dgm:chMax val="0"/>
          <dgm:chPref val="0"/>
        </dgm:presLayoutVars>
      </dgm:prSet>
      <dgm:spPr/>
    </dgm:pt>
    <dgm:pt modelId="{D82D75CE-247B-4A51-9BF3-D8BA232E27BF}" type="pres">
      <dgm:prSet presAssocID="{4AFC9E36-EE3D-453C-93D0-C39CF010E502}" presName="txSpace" presStyleCnt="0"/>
      <dgm:spPr/>
    </dgm:pt>
    <dgm:pt modelId="{C8D77F2D-4D88-4B4B-A854-2D0B28A0EAAD}" type="pres">
      <dgm:prSet presAssocID="{4AFC9E36-EE3D-453C-93D0-C39CF010E502}" presName="desTx" presStyleLbl="revTx" presStyleIdx="3" presStyleCnt="4">
        <dgm:presLayoutVars/>
      </dgm:prSet>
      <dgm:spPr/>
    </dgm:pt>
  </dgm:ptLst>
  <dgm:cxnLst>
    <dgm:cxn modelId="{DC79F818-D159-4B74-8B46-F8404A75DD5C}" type="presOf" srcId="{A02C7100-522F-4B34-81A3-5AC55FDB7A78}" destId="{92A1E7F7-D227-4AA3-95B6-4CEE76BBE59E}" srcOrd="0" destOrd="0" presId="urn:microsoft.com/office/officeart/2018/2/layout/IconLabelDescriptionList"/>
    <dgm:cxn modelId="{63D7A121-B4E5-44C5-AB58-5A7410B50AB6}" type="presOf" srcId="{EE6B566F-1D7B-4D61-A9B8-96C30AE92496}" destId="{A7756407-8FF5-4860-98C9-533BB3F7B48F}" srcOrd="0" destOrd="1" presId="urn:microsoft.com/office/officeart/2018/2/layout/IconLabelDescriptionList"/>
    <dgm:cxn modelId="{58852368-5FFC-47AF-8765-A68CB558A17D}" srcId="{A02C7100-522F-4B34-81A3-5AC55FDB7A78}" destId="{EE6B566F-1D7B-4D61-A9B8-96C30AE92496}" srcOrd="1" destOrd="0" parTransId="{A4857C83-96F7-4BA5-9805-84EEAAD466E8}" sibTransId="{E10567D6-E616-420C-82F9-CAA9B7F16905}"/>
    <dgm:cxn modelId="{4A50DE6E-C7D0-491D-9334-11835A112363}" srcId="{A02C7100-522F-4B34-81A3-5AC55FDB7A78}" destId="{89EE43FD-B15B-46B2-8C8D-1FAB2AC66D22}" srcOrd="0" destOrd="0" parTransId="{E9CB98D8-0650-4BE5-9E5D-0DFE952C6C9A}" sibTransId="{A117B258-893C-41A4-9302-9FDB5B2CE34F}"/>
    <dgm:cxn modelId="{1304A57B-6930-415A-B1FA-356A52143E42}" type="presOf" srcId="{F8F9D357-45E9-46D6-9B84-86F4DE96E9A4}" destId="{56C52561-4AA6-4A74-8E9C-C8AB5053F5C4}" srcOrd="0" destOrd="0" presId="urn:microsoft.com/office/officeart/2018/2/layout/IconLabelDescriptionList"/>
    <dgm:cxn modelId="{A081299A-B4A2-496E-BCDC-4AD8762799C3}" srcId="{4AFC9E36-EE3D-453C-93D0-C39CF010E502}" destId="{3CB874F3-0CE0-463F-BF92-4B4D80118CA8}" srcOrd="1" destOrd="0" parTransId="{04169AB3-5BDC-4229-9B09-6FBD2F583876}" sibTransId="{B37840A6-13BB-465B-82D7-A7A9DCC585D2}"/>
    <dgm:cxn modelId="{D31DAAA9-68DD-484A-B06D-AFA07182C601}" type="presOf" srcId="{89EE43FD-B15B-46B2-8C8D-1FAB2AC66D22}" destId="{A7756407-8FF5-4860-98C9-533BB3F7B48F}" srcOrd="0" destOrd="0" presId="urn:microsoft.com/office/officeart/2018/2/layout/IconLabelDescriptionList"/>
    <dgm:cxn modelId="{245089AF-877F-4824-97C6-C9A7A1E77BB1}" type="presOf" srcId="{4AFC9E36-EE3D-453C-93D0-C39CF010E502}" destId="{1AA8D3D8-EE1C-44AB-A067-9F9B5841F4CD}" srcOrd="0" destOrd="0" presId="urn:microsoft.com/office/officeart/2018/2/layout/IconLabelDescriptionList"/>
    <dgm:cxn modelId="{D1914BDE-42F7-426B-9E5E-7E720D9BB48B}" srcId="{F8F9D357-45E9-46D6-9B84-86F4DE96E9A4}" destId="{A02C7100-522F-4B34-81A3-5AC55FDB7A78}" srcOrd="0" destOrd="0" parTransId="{91E3F776-9DFF-4D76-8935-020726D448B4}" sibTransId="{E313A004-C595-4AC8-8878-7FF2B623874A}"/>
    <dgm:cxn modelId="{20EA3DE8-BFC4-4E8E-A294-0CB4B2D798CD}" srcId="{4AFC9E36-EE3D-453C-93D0-C39CF010E502}" destId="{0D506CC6-94FB-4946-A20C-21E1BA03C782}" srcOrd="0" destOrd="0" parTransId="{26C37B8D-4283-4F72-93E7-81675813EA2D}" sibTransId="{DF0B7115-B0D0-4052-B312-7057E8941650}"/>
    <dgm:cxn modelId="{1E4967E8-E772-4053-9A89-572E27F5C98F}" srcId="{F8F9D357-45E9-46D6-9B84-86F4DE96E9A4}" destId="{4AFC9E36-EE3D-453C-93D0-C39CF010E502}" srcOrd="1" destOrd="0" parTransId="{F146E36D-58FA-4100-9E46-143FFF637565}" sibTransId="{E29618EE-97FF-4247-942B-8A1D33E5B6C5}"/>
    <dgm:cxn modelId="{368D3AF2-859C-4E5C-95DD-30969C104E5E}" type="presOf" srcId="{3CB874F3-0CE0-463F-BF92-4B4D80118CA8}" destId="{C8D77F2D-4D88-4B4B-A854-2D0B28A0EAAD}" srcOrd="0" destOrd="1" presId="urn:microsoft.com/office/officeart/2018/2/layout/IconLabelDescriptionList"/>
    <dgm:cxn modelId="{39E755FC-5046-40CC-898F-307119601E70}" type="presOf" srcId="{0D506CC6-94FB-4946-A20C-21E1BA03C782}" destId="{C8D77F2D-4D88-4B4B-A854-2D0B28A0EAAD}" srcOrd="0" destOrd="0" presId="urn:microsoft.com/office/officeart/2018/2/layout/IconLabelDescriptionList"/>
    <dgm:cxn modelId="{3209D276-8F4A-45B1-9DFE-F8AE90266753}" type="presParOf" srcId="{56C52561-4AA6-4A74-8E9C-C8AB5053F5C4}" destId="{30D8E32B-7643-45C6-AFE8-BFC5D0AFA806}" srcOrd="0" destOrd="0" presId="urn:microsoft.com/office/officeart/2018/2/layout/IconLabelDescriptionList"/>
    <dgm:cxn modelId="{C267514D-5370-4EDF-8820-0A0C9D9744C3}" type="presParOf" srcId="{30D8E32B-7643-45C6-AFE8-BFC5D0AFA806}" destId="{D4931DD6-9F79-46E1-B991-9ECEC73B7706}" srcOrd="0" destOrd="0" presId="urn:microsoft.com/office/officeart/2018/2/layout/IconLabelDescriptionList"/>
    <dgm:cxn modelId="{AA2A5819-8E8C-4F61-8200-9F2DE4C8C279}" type="presParOf" srcId="{30D8E32B-7643-45C6-AFE8-BFC5D0AFA806}" destId="{BC8B743B-71E2-453D-AED7-5F7DB482B547}" srcOrd="1" destOrd="0" presId="urn:microsoft.com/office/officeart/2018/2/layout/IconLabelDescriptionList"/>
    <dgm:cxn modelId="{05AE08F9-5324-42B8-8EDF-768F18F8D1DF}" type="presParOf" srcId="{30D8E32B-7643-45C6-AFE8-BFC5D0AFA806}" destId="{92A1E7F7-D227-4AA3-95B6-4CEE76BBE59E}" srcOrd="2" destOrd="0" presId="urn:microsoft.com/office/officeart/2018/2/layout/IconLabelDescriptionList"/>
    <dgm:cxn modelId="{D61C03E2-62FE-42F3-9EE6-C9EE95743E6F}" type="presParOf" srcId="{30D8E32B-7643-45C6-AFE8-BFC5D0AFA806}" destId="{BB1F2807-CD5A-4326-9F44-212B8B2E707F}" srcOrd="3" destOrd="0" presId="urn:microsoft.com/office/officeart/2018/2/layout/IconLabelDescriptionList"/>
    <dgm:cxn modelId="{BD81BE5A-B86B-4729-AC8F-3CA5F06837C5}" type="presParOf" srcId="{30D8E32B-7643-45C6-AFE8-BFC5D0AFA806}" destId="{A7756407-8FF5-4860-98C9-533BB3F7B48F}" srcOrd="4" destOrd="0" presId="urn:microsoft.com/office/officeart/2018/2/layout/IconLabelDescriptionList"/>
    <dgm:cxn modelId="{93F2E897-57DA-4B58-968B-BAE009C918CD}" type="presParOf" srcId="{56C52561-4AA6-4A74-8E9C-C8AB5053F5C4}" destId="{1E44918B-A759-4E5A-86BF-34CCBC606571}" srcOrd="1" destOrd="0" presId="urn:microsoft.com/office/officeart/2018/2/layout/IconLabelDescriptionList"/>
    <dgm:cxn modelId="{247E99AE-00C4-4F01-8D78-E74FF4F52E7C}" type="presParOf" srcId="{56C52561-4AA6-4A74-8E9C-C8AB5053F5C4}" destId="{11EC182F-25B8-4B5A-A85B-637F7953E355}" srcOrd="2" destOrd="0" presId="urn:microsoft.com/office/officeart/2018/2/layout/IconLabelDescriptionList"/>
    <dgm:cxn modelId="{1C93887B-B447-4B86-A748-61897F2FCD0E}" type="presParOf" srcId="{11EC182F-25B8-4B5A-A85B-637F7953E355}" destId="{AB5DE8D3-3083-4CB5-9137-9FBAD8F85E77}" srcOrd="0" destOrd="0" presId="urn:microsoft.com/office/officeart/2018/2/layout/IconLabelDescriptionList"/>
    <dgm:cxn modelId="{1EFF75E8-66C3-4CFB-AA08-0E97ADABFC0B}" type="presParOf" srcId="{11EC182F-25B8-4B5A-A85B-637F7953E355}" destId="{154EA8A1-A216-4F73-A942-46DB53D3E9C4}" srcOrd="1" destOrd="0" presId="urn:microsoft.com/office/officeart/2018/2/layout/IconLabelDescriptionList"/>
    <dgm:cxn modelId="{29E92C91-FF7C-4C35-8211-D89D21003575}" type="presParOf" srcId="{11EC182F-25B8-4B5A-A85B-637F7953E355}" destId="{1AA8D3D8-EE1C-44AB-A067-9F9B5841F4CD}" srcOrd="2" destOrd="0" presId="urn:microsoft.com/office/officeart/2018/2/layout/IconLabelDescriptionList"/>
    <dgm:cxn modelId="{A46AB098-8D7C-4B42-A49B-DCFE04722AFD}" type="presParOf" srcId="{11EC182F-25B8-4B5A-A85B-637F7953E355}" destId="{D82D75CE-247B-4A51-9BF3-D8BA232E27BF}" srcOrd="3" destOrd="0" presId="urn:microsoft.com/office/officeart/2018/2/layout/IconLabelDescriptionList"/>
    <dgm:cxn modelId="{7FDA5276-1B71-4B7B-AB42-7B97AE4DDE0F}" type="presParOf" srcId="{11EC182F-25B8-4B5A-A85B-637F7953E355}" destId="{C8D77F2D-4D88-4B4B-A854-2D0B28A0EAA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662C76-67AD-4A78-87CE-3F2EE9F60C40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673A98-E893-420B-A165-FEB90BE2F09B}">
      <dgm:prSet/>
      <dgm:spPr/>
      <dgm:t>
        <a:bodyPr/>
        <a:lstStyle/>
        <a:p>
          <a:r>
            <a:rPr lang="en-US"/>
            <a:t>Build executive dashboard showing business performance</a:t>
          </a:r>
        </a:p>
      </dgm:t>
    </dgm:pt>
    <dgm:pt modelId="{2A25487D-01DD-4EA6-B72C-98D0C0C3F442}" type="parTrans" cxnId="{A91447B7-5AB3-47AA-A19E-38EE2FAB78B5}">
      <dgm:prSet/>
      <dgm:spPr/>
      <dgm:t>
        <a:bodyPr/>
        <a:lstStyle/>
        <a:p>
          <a:endParaRPr lang="en-US"/>
        </a:p>
      </dgm:t>
    </dgm:pt>
    <dgm:pt modelId="{8F510049-8001-4437-A0BA-773F6EA72694}" type="sibTrans" cxnId="{A91447B7-5AB3-47AA-A19E-38EE2FAB78B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5C8D4ED-A5A3-40FD-A73D-BD7CDB840AE2}">
      <dgm:prSet/>
      <dgm:spPr/>
      <dgm:t>
        <a:bodyPr/>
        <a:lstStyle/>
        <a:p>
          <a:r>
            <a:rPr lang="en-US"/>
            <a:t>Define and display key lag measures</a:t>
          </a:r>
        </a:p>
      </dgm:t>
    </dgm:pt>
    <dgm:pt modelId="{63CC1B8A-81A0-4879-8724-AE9571175878}" type="parTrans" cxnId="{F03B3C40-48CB-459A-B162-3B8294B84D91}">
      <dgm:prSet/>
      <dgm:spPr/>
      <dgm:t>
        <a:bodyPr/>
        <a:lstStyle/>
        <a:p>
          <a:endParaRPr lang="en-US"/>
        </a:p>
      </dgm:t>
    </dgm:pt>
    <dgm:pt modelId="{27F46D93-F13C-41F7-B22C-FA7875F6D669}" type="sibTrans" cxnId="{F03B3C40-48CB-459A-B162-3B8294B84D9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9AF7C8-0569-4553-BFE7-D3D30BFAE6A3}">
      <dgm:prSet/>
      <dgm:spPr/>
      <dgm:t>
        <a:bodyPr/>
        <a:lstStyle/>
        <a:p>
          <a:r>
            <a:rPr lang="en-US"/>
            <a:t>150-day revenue forecast</a:t>
          </a:r>
        </a:p>
      </dgm:t>
    </dgm:pt>
    <dgm:pt modelId="{7DACE9ED-7DC6-4971-837C-6DBE4A322A27}" type="parTrans" cxnId="{95D9FE06-0DB6-410A-8B58-6AB98B0745C1}">
      <dgm:prSet/>
      <dgm:spPr/>
      <dgm:t>
        <a:bodyPr/>
        <a:lstStyle/>
        <a:p>
          <a:endParaRPr lang="en-US"/>
        </a:p>
      </dgm:t>
    </dgm:pt>
    <dgm:pt modelId="{8ED1BC07-85C1-450B-869C-EC1470D70B61}" type="sibTrans" cxnId="{95D9FE06-0DB6-410A-8B58-6AB98B0745C1}">
      <dgm:prSet/>
      <dgm:spPr/>
      <dgm:t>
        <a:bodyPr/>
        <a:lstStyle/>
        <a:p>
          <a:endParaRPr lang="en-US"/>
        </a:p>
      </dgm:t>
    </dgm:pt>
    <dgm:pt modelId="{4D422EF0-CE69-406A-9226-43019A459C2A}">
      <dgm:prSet/>
      <dgm:spPr/>
      <dgm:t>
        <a:bodyPr/>
        <a:lstStyle/>
        <a:p>
          <a:r>
            <a:rPr lang="en-US"/>
            <a:t>Portfolio profit estimate</a:t>
          </a:r>
        </a:p>
      </dgm:t>
    </dgm:pt>
    <dgm:pt modelId="{7F33B575-3F12-4584-9D54-FA2172EFCDB4}" type="parTrans" cxnId="{B7EBAF56-E640-4DAE-B159-BA1816CAFE1F}">
      <dgm:prSet/>
      <dgm:spPr/>
      <dgm:t>
        <a:bodyPr/>
        <a:lstStyle/>
        <a:p>
          <a:endParaRPr lang="en-US"/>
        </a:p>
      </dgm:t>
    </dgm:pt>
    <dgm:pt modelId="{2BE05D5F-FAB0-463C-B460-F1D4334D4474}" type="sibTrans" cxnId="{B7EBAF56-E640-4DAE-B159-BA1816CAFE1F}">
      <dgm:prSet/>
      <dgm:spPr/>
      <dgm:t>
        <a:bodyPr/>
        <a:lstStyle/>
        <a:p>
          <a:endParaRPr lang="en-US"/>
        </a:p>
      </dgm:t>
    </dgm:pt>
    <dgm:pt modelId="{4AD9A92C-9F34-4A9D-A882-64086848EBDD}">
      <dgm:prSet/>
      <dgm:spPr/>
      <dgm:t>
        <a:bodyPr/>
        <a:lstStyle/>
        <a:p>
          <a:r>
            <a:rPr lang="en-US"/>
            <a:t>Implement core lead measures</a:t>
          </a:r>
        </a:p>
      </dgm:t>
    </dgm:pt>
    <dgm:pt modelId="{4BF48E37-8913-46DE-85AA-DC114C4D7F8B}" type="parTrans" cxnId="{CAC4ED1A-45AE-44A3-9918-13225CA33154}">
      <dgm:prSet/>
      <dgm:spPr/>
      <dgm:t>
        <a:bodyPr/>
        <a:lstStyle/>
        <a:p>
          <a:endParaRPr lang="en-US"/>
        </a:p>
      </dgm:t>
    </dgm:pt>
    <dgm:pt modelId="{86C59FD0-D02A-4EFE-97C7-353B07D141BB}" type="sibTrans" cxnId="{CAC4ED1A-45AE-44A3-9918-13225CA3315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A824A00-649C-4EF9-B642-D7158F27576B}">
      <dgm:prSet/>
      <dgm:spPr/>
      <dgm:t>
        <a:bodyPr/>
        <a:lstStyle/>
        <a:p>
          <a:r>
            <a:rPr lang="en-US"/>
            <a:t>Production velocity</a:t>
          </a:r>
        </a:p>
      </dgm:t>
    </dgm:pt>
    <dgm:pt modelId="{F1109384-D916-44E0-9D94-01F53283229E}" type="parTrans" cxnId="{BF277BB8-89F8-4230-9839-23A1A7AC9042}">
      <dgm:prSet/>
      <dgm:spPr/>
      <dgm:t>
        <a:bodyPr/>
        <a:lstStyle/>
        <a:p>
          <a:endParaRPr lang="en-US"/>
        </a:p>
      </dgm:t>
    </dgm:pt>
    <dgm:pt modelId="{5A95FACA-61C1-449B-8740-2585B0A7CDB8}" type="sibTrans" cxnId="{BF277BB8-89F8-4230-9839-23A1A7AC9042}">
      <dgm:prSet/>
      <dgm:spPr/>
      <dgm:t>
        <a:bodyPr/>
        <a:lstStyle/>
        <a:p>
          <a:endParaRPr lang="en-US"/>
        </a:p>
      </dgm:t>
    </dgm:pt>
    <dgm:pt modelId="{46CCE711-05DD-41F5-9F26-AFD624B14505}">
      <dgm:prSet/>
      <dgm:spPr/>
      <dgm:t>
        <a:bodyPr/>
        <a:lstStyle/>
        <a:p>
          <a:r>
            <a:rPr lang="en-US"/>
            <a:t>Acquisition Deal Score</a:t>
          </a:r>
        </a:p>
      </dgm:t>
    </dgm:pt>
    <dgm:pt modelId="{80518F64-D264-4553-9D9F-852BAEDD3EF9}" type="parTrans" cxnId="{A2277C12-A046-4B9C-89A1-B0219C093C49}">
      <dgm:prSet/>
      <dgm:spPr/>
      <dgm:t>
        <a:bodyPr/>
        <a:lstStyle/>
        <a:p>
          <a:endParaRPr lang="en-US"/>
        </a:p>
      </dgm:t>
    </dgm:pt>
    <dgm:pt modelId="{BF78A1FB-EE35-4417-A365-7153FC3AF2AD}" type="sibTrans" cxnId="{A2277C12-A046-4B9C-89A1-B0219C093C49}">
      <dgm:prSet/>
      <dgm:spPr/>
      <dgm:t>
        <a:bodyPr/>
        <a:lstStyle/>
        <a:p>
          <a:endParaRPr lang="en-US"/>
        </a:p>
      </dgm:t>
    </dgm:pt>
    <dgm:pt modelId="{80517790-F476-4CA0-9174-FF6CC5F3CA8C}">
      <dgm:prSet/>
      <dgm:spPr/>
      <dgm:t>
        <a:bodyPr/>
        <a:lstStyle/>
        <a:p>
          <a:r>
            <a:rPr lang="en-US"/>
            <a:t>Create interactive visuals</a:t>
          </a:r>
        </a:p>
      </dgm:t>
    </dgm:pt>
    <dgm:pt modelId="{80E1A179-A848-431F-95C9-5914A1DC53FC}" type="parTrans" cxnId="{FAB79E1E-7161-4D21-98D8-DA5D0A07122B}">
      <dgm:prSet/>
      <dgm:spPr/>
      <dgm:t>
        <a:bodyPr/>
        <a:lstStyle/>
        <a:p>
          <a:endParaRPr lang="en-US"/>
        </a:p>
      </dgm:t>
    </dgm:pt>
    <dgm:pt modelId="{C4D86A06-476F-4280-8E76-9F6D271E449F}" type="sibTrans" cxnId="{FAB79E1E-7161-4D21-98D8-DA5D0A07122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1376D51-8052-40DD-B98A-8E4D2D156F19}">
      <dgm:prSet/>
      <dgm:spPr/>
      <dgm:t>
        <a:bodyPr/>
        <a:lstStyle/>
        <a:p>
          <a:r>
            <a:rPr lang="en-US"/>
            <a:t>Cash tank bar</a:t>
          </a:r>
        </a:p>
      </dgm:t>
    </dgm:pt>
    <dgm:pt modelId="{95E3A6E9-1DD9-416D-A416-CAD346464780}" type="parTrans" cxnId="{A0955A11-12CD-4F65-A734-6829FE45630D}">
      <dgm:prSet/>
      <dgm:spPr/>
      <dgm:t>
        <a:bodyPr/>
        <a:lstStyle/>
        <a:p>
          <a:endParaRPr lang="en-US"/>
        </a:p>
      </dgm:t>
    </dgm:pt>
    <dgm:pt modelId="{D3F98311-07E8-436F-ABEF-FCAFC9B64EDB}" type="sibTrans" cxnId="{A0955A11-12CD-4F65-A734-6829FE45630D}">
      <dgm:prSet/>
      <dgm:spPr/>
      <dgm:t>
        <a:bodyPr/>
        <a:lstStyle/>
        <a:p>
          <a:endParaRPr lang="en-US"/>
        </a:p>
      </dgm:t>
    </dgm:pt>
    <dgm:pt modelId="{D891FC8B-B059-494D-A6EC-CFD880DBF29A}">
      <dgm:prSet/>
      <dgm:spPr/>
      <dgm:t>
        <a:bodyPr/>
        <a:lstStyle/>
        <a:p>
          <a:r>
            <a:rPr lang="en-US"/>
            <a:t>Off-track counter</a:t>
          </a:r>
        </a:p>
      </dgm:t>
    </dgm:pt>
    <dgm:pt modelId="{D1B1B397-3BA8-45B9-910E-8AB9BB5AE3C4}" type="parTrans" cxnId="{271DAA5E-E85D-41FE-95D9-A49DFC402099}">
      <dgm:prSet/>
      <dgm:spPr/>
      <dgm:t>
        <a:bodyPr/>
        <a:lstStyle/>
        <a:p>
          <a:endParaRPr lang="en-US"/>
        </a:p>
      </dgm:t>
    </dgm:pt>
    <dgm:pt modelId="{4F2D787F-D1A4-4926-B502-73B29EA025F8}" type="sibTrans" cxnId="{271DAA5E-E85D-41FE-95D9-A49DFC402099}">
      <dgm:prSet/>
      <dgm:spPr/>
      <dgm:t>
        <a:bodyPr/>
        <a:lstStyle/>
        <a:p>
          <a:endParaRPr lang="en-US"/>
        </a:p>
      </dgm:t>
    </dgm:pt>
    <dgm:pt modelId="{E3284662-2D55-4FD4-A3BA-B3D1CE9F2BF6}" type="pres">
      <dgm:prSet presAssocID="{27662C76-67AD-4A78-87CE-3F2EE9F60C40}" presName="Name0" presStyleCnt="0">
        <dgm:presLayoutVars>
          <dgm:animLvl val="lvl"/>
          <dgm:resizeHandles val="exact"/>
        </dgm:presLayoutVars>
      </dgm:prSet>
      <dgm:spPr/>
    </dgm:pt>
    <dgm:pt modelId="{625F26A6-9720-460D-8D5B-1740D625F3D4}" type="pres">
      <dgm:prSet presAssocID="{5C673A98-E893-420B-A165-FEB90BE2F09B}" presName="compositeNode" presStyleCnt="0">
        <dgm:presLayoutVars>
          <dgm:bulletEnabled val="1"/>
        </dgm:presLayoutVars>
      </dgm:prSet>
      <dgm:spPr/>
    </dgm:pt>
    <dgm:pt modelId="{9E2A184C-CBBA-441F-8CA4-C91A52EB264A}" type="pres">
      <dgm:prSet presAssocID="{5C673A98-E893-420B-A165-FEB90BE2F09B}" presName="bgRect" presStyleLbl="bgAccFollowNode1" presStyleIdx="0" presStyleCnt="4"/>
      <dgm:spPr/>
    </dgm:pt>
    <dgm:pt modelId="{FFF31957-AF20-49A0-A073-9FE69DF86036}" type="pres">
      <dgm:prSet presAssocID="{8F510049-8001-4437-A0BA-773F6EA72694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7CD7406-8CCF-49AA-9967-F0891402971E}" type="pres">
      <dgm:prSet presAssocID="{5C673A98-E893-420B-A165-FEB90BE2F09B}" presName="bottomLine" presStyleLbl="alignNode1" presStyleIdx="1" presStyleCnt="8">
        <dgm:presLayoutVars/>
      </dgm:prSet>
      <dgm:spPr/>
    </dgm:pt>
    <dgm:pt modelId="{AA625E0A-8A70-4C6D-AC93-A41DF4AA857C}" type="pres">
      <dgm:prSet presAssocID="{5C673A98-E893-420B-A165-FEB90BE2F09B}" presName="nodeText" presStyleLbl="bgAccFollowNode1" presStyleIdx="0" presStyleCnt="4">
        <dgm:presLayoutVars>
          <dgm:bulletEnabled val="1"/>
        </dgm:presLayoutVars>
      </dgm:prSet>
      <dgm:spPr/>
    </dgm:pt>
    <dgm:pt modelId="{C02CE510-549D-4BAA-BD48-210EC3D2AF89}" type="pres">
      <dgm:prSet presAssocID="{8F510049-8001-4437-A0BA-773F6EA72694}" presName="sibTrans" presStyleCnt="0"/>
      <dgm:spPr/>
    </dgm:pt>
    <dgm:pt modelId="{7399AFDD-31D7-4573-8039-BD87458FD36E}" type="pres">
      <dgm:prSet presAssocID="{85C8D4ED-A5A3-40FD-A73D-BD7CDB840AE2}" presName="compositeNode" presStyleCnt="0">
        <dgm:presLayoutVars>
          <dgm:bulletEnabled val="1"/>
        </dgm:presLayoutVars>
      </dgm:prSet>
      <dgm:spPr/>
    </dgm:pt>
    <dgm:pt modelId="{1694FCC3-1036-4737-A5E9-D01011AB8CE2}" type="pres">
      <dgm:prSet presAssocID="{85C8D4ED-A5A3-40FD-A73D-BD7CDB840AE2}" presName="bgRect" presStyleLbl="bgAccFollowNode1" presStyleIdx="1" presStyleCnt="4"/>
      <dgm:spPr/>
    </dgm:pt>
    <dgm:pt modelId="{24F54BA6-3D80-474C-960E-93AA2615F4B3}" type="pres">
      <dgm:prSet presAssocID="{27F46D93-F13C-41F7-B22C-FA7875F6D66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2FF04D66-4534-4939-B19C-73287E2BADA0}" type="pres">
      <dgm:prSet presAssocID="{85C8D4ED-A5A3-40FD-A73D-BD7CDB840AE2}" presName="bottomLine" presStyleLbl="alignNode1" presStyleIdx="3" presStyleCnt="8">
        <dgm:presLayoutVars/>
      </dgm:prSet>
      <dgm:spPr/>
    </dgm:pt>
    <dgm:pt modelId="{237ED877-E107-4452-9EE9-3F2F0C294502}" type="pres">
      <dgm:prSet presAssocID="{85C8D4ED-A5A3-40FD-A73D-BD7CDB840AE2}" presName="nodeText" presStyleLbl="bgAccFollowNode1" presStyleIdx="1" presStyleCnt="4">
        <dgm:presLayoutVars>
          <dgm:bulletEnabled val="1"/>
        </dgm:presLayoutVars>
      </dgm:prSet>
      <dgm:spPr/>
    </dgm:pt>
    <dgm:pt modelId="{35B0844F-EDD4-4D3E-9AAE-9D69F57040B1}" type="pres">
      <dgm:prSet presAssocID="{27F46D93-F13C-41F7-B22C-FA7875F6D669}" presName="sibTrans" presStyleCnt="0"/>
      <dgm:spPr/>
    </dgm:pt>
    <dgm:pt modelId="{20C6AC80-7BF4-4D50-8AB1-F481725A7047}" type="pres">
      <dgm:prSet presAssocID="{4AD9A92C-9F34-4A9D-A882-64086848EBDD}" presName="compositeNode" presStyleCnt="0">
        <dgm:presLayoutVars>
          <dgm:bulletEnabled val="1"/>
        </dgm:presLayoutVars>
      </dgm:prSet>
      <dgm:spPr/>
    </dgm:pt>
    <dgm:pt modelId="{2F504BEB-5708-4C05-84E2-11FAE029EDBA}" type="pres">
      <dgm:prSet presAssocID="{4AD9A92C-9F34-4A9D-A882-64086848EBDD}" presName="bgRect" presStyleLbl="bgAccFollowNode1" presStyleIdx="2" presStyleCnt="4"/>
      <dgm:spPr/>
    </dgm:pt>
    <dgm:pt modelId="{CDFC099E-2A94-4BBE-ADA8-2173BB2AD8B1}" type="pres">
      <dgm:prSet presAssocID="{86C59FD0-D02A-4EFE-97C7-353B07D141B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6A16531-2CA4-47F2-AAF6-F8D4172C6752}" type="pres">
      <dgm:prSet presAssocID="{4AD9A92C-9F34-4A9D-A882-64086848EBDD}" presName="bottomLine" presStyleLbl="alignNode1" presStyleIdx="5" presStyleCnt="8">
        <dgm:presLayoutVars/>
      </dgm:prSet>
      <dgm:spPr/>
    </dgm:pt>
    <dgm:pt modelId="{3284FDF5-A102-4D04-9FFD-EEDA6D205597}" type="pres">
      <dgm:prSet presAssocID="{4AD9A92C-9F34-4A9D-A882-64086848EBDD}" presName="nodeText" presStyleLbl="bgAccFollowNode1" presStyleIdx="2" presStyleCnt="4">
        <dgm:presLayoutVars>
          <dgm:bulletEnabled val="1"/>
        </dgm:presLayoutVars>
      </dgm:prSet>
      <dgm:spPr/>
    </dgm:pt>
    <dgm:pt modelId="{00CBD68D-9CD7-4164-8050-83706AE2E9E9}" type="pres">
      <dgm:prSet presAssocID="{86C59FD0-D02A-4EFE-97C7-353B07D141BB}" presName="sibTrans" presStyleCnt="0"/>
      <dgm:spPr/>
    </dgm:pt>
    <dgm:pt modelId="{D6BBD258-DB3F-458C-B7E4-F399BFCE05B7}" type="pres">
      <dgm:prSet presAssocID="{80517790-F476-4CA0-9174-FF6CC5F3CA8C}" presName="compositeNode" presStyleCnt="0">
        <dgm:presLayoutVars>
          <dgm:bulletEnabled val="1"/>
        </dgm:presLayoutVars>
      </dgm:prSet>
      <dgm:spPr/>
    </dgm:pt>
    <dgm:pt modelId="{808F7B71-C778-41CF-9188-AAEE999CE82B}" type="pres">
      <dgm:prSet presAssocID="{80517790-F476-4CA0-9174-FF6CC5F3CA8C}" presName="bgRect" presStyleLbl="bgAccFollowNode1" presStyleIdx="3" presStyleCnt="4"/>
      <dgm:spPr/>
    </dgm:pt>
    <dgm:pt modelId="{A5986E12-8CAC-4A03-B73F-31DE8E3522F2}" type="pres">
      <dgm:prSet presAssocID="{C4D86A06-476F-4280-8E76-9F6D271E449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D413EB5-82E3-418C-9F93-5126111185AF}" type="pres">
      <dgm:prSet presAssocID="{80517790-F476-4CA0-9174-FF6CC5F3CA8C}" presName="bottomLine" presStyleLbl="alignNode1" presStyleIdx="7" presStyleCnt="8">
        <dgm:presLayoutVars/>
      </dgm:prSet>
      <dgm:spPr/>
    </dgm:pt>
    <dgm:pt modelId="{065A5918-D9B0-4C68-B27B-01544A31781F}" type="pres">
      <dgm:prSet presAssocID="{80517790-F476-4CA0-9174-FF6CC5F3CA8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5D9FE06-0DB6-410A-8B58-6AB98B0745C1}" srcId="{85C8D4ED-A5A3-40FD-A73D-BD7CDB840AE2}" destId="{329AF7C8-0569-4553-BFE7-D3D30BFAE6A3}" srcOrd="0" destOrd="0" parTransId="{7DACE9ED-7DC6-4971-837C-6DBE4A322A27}" sibTransId="{8ED1BC07-85C1-450B-869C-EC1470D70B61}"/>
    <dgm:cxn modelId="{A0955A11-12CD-4F65-A734-6829FE45630D}" srcId="{80517790-F476-4CA0-9174-FF6CC5F3CA8C}" destId="{B1376D51-8052-40DD-B98A-8E4D2D156F19}" srcOrd="0" destOrd="0" parTransId="{95E3A6E9-1DD9-416D-A416-CAD346464780}" sibTransId="{D3F98311-07E8-436F-ABEF-FCAFC9B64EDB}"/>
    <dgm:cxn modelId="{A2277C12-A046-4B9C-89A1-B0219C093C49}" srcId="{4AD9A92C-9F34-4A9D-A882-64086848EBDD}" destId="{46CCE711-05DD-41F5-9F26-AFD624B14505}" srcOrd="1" destOrd="0" parTransId="{80518F64-D264-4553-9D9F-852BAEDD3EF9}" sibTransId="{BF78A1FB-EE35-4417-A365-7153FC3AF2AD}"/>
    <dgm:cxn modelId="{49B58019-CBCB-496C-961E-799AF962C5D1}" type="presOf" srcId="{8F510049-8001-4437-A0BA-773F6EA72694}" destId="{FFF31957-AF20-49A0-A073-9FE69DF86036}" srcOrd="0" destOrd="0" presId="urn:microsoft.com/office/officeart/2016/7/layout/BasicLinearProcessNumbered"/>
    <dgm:cxn modelId="{CAC4ED1A-45AE-44A3-9918-13225CA33154}" srcId="{27662C76-67AD-4A78-87CE-3F2EE9F60C40}" destId="{4AD9A92C-9F34-4A9D-A882-64086848EBDD}" srcOrd="2" destOrd="0" parTransId="{4BF48E37-8913-46DE-85AA-DC114C4D7F8B}" sibTransId="{86C59FD0-D02A-4EFE-97C7-353B07D141BB}"/>
    <dgm:cxn modelId="{7264C31B-9494-4CFC-8A17-C19DA19B5BCD}" type="presOf" srcId="{D891FC8B-B059-494D-A6EC-CFD880DBF29A}" destId="{065A5918-D9B0-4C68-B27B-01544A31781F}" srcOrd="0" destOrd="2" presId="urn:microsoft.com/office/officeart/2016/7/layout/BasicLinearProcessNumbered"/>
    <dgm:cxn modelId="{FAB79E1E-7161-4D21-98D8-DA5D0A07122B}" srcId="{27662C76-67AD-4A78-87CE-3F2EE9F60C40}" destId="{80517790-F476-4CA0-9174-FF6CC5F3CA8C}" srcOrd="3" destOrd="0" parTransId="{80E1A179-A848-431F-95C9-5914A1DC53FC}" sibTransId="{C4D86A06-476F-4280-8E76-9F6D271E449F}"/>
    <dgm:cxn modelId="{F03B3C40-48CB-459A-B162-3B8294B84D91}" srcId="{27662C76-67AD-4A78-87CE-3F2EE9F60C40}" destId="{85C8D4ED-A5A3-40FD-A73D-BD7CDB840AE2}" srcOrd="1" destOrd="0" parTransId="{63CC1B8A-81A0-4879-8724-AE9571175878}" sibTransId="{27F46D93-F13C-41F7-B22C-FA7875F6D669}"/>
    <dgm:cxn modelId="{271DAA5E-E85D-41FE-95D9-A49DFC402099}" srcId="{80517790-F476-4CA0-9174-FF6CC5F3CA8C}" destId="{D891FC8B-B059-494D-A6EC-CFD880DBF29A}" srcOrd="1" destOrd="0" parTransId="{D1B1B397-3BA8-45B9-910E-8AB9BB5AE3C4}" sibTransId="{4F2D787F-D1A4-4926-B502-73B29EA025F8}"/>
    <dgm:cxn modelId="{52D31565-81A0-4C16-A4E1-91C16AC1E247}" type="presOf" srcId="{85C8D4ED-A5A3-40FD-A73D-BD7CDB840AE2}" destId="{237ED877-E107-4452-9EE9-3F2F0C294502}" srcOrd="1" destOrd="0" presId="urn:microsoft.com/office/officeart/2016/7/layout/BasicLinearProcessNumbered"/>
    <dgm:cxn modelId="{F837E672-0EEC-42F2-A369-7694DC8459B7}" type="presOf" srcId="{80517790-F476-4CA0-9174-FF6CC5F3CA8C}" destId="{808F7B71-C778-41CF-9188-AAEE999CE82B}" srcOrd="0" destOrd="0" presId="urn:microsoft.com/office/officeart/2016/7/layout/BasicLinearProcessNumbered"/>
    <dgm:cxn modelId="{5C238773-439D-4A7A-90AA-546F91E492B6}" type="presOf" srcId="{85C8D4ED-A5A3-40FD-A73D-BD7CDB840AE2}" destId="{1694FCC3-1036-4737-A5E9-D01011AB8CE2}" srcOrd="0" destOrd="0" presId="urn:microsoft.com/office/officeart/2016/7/layout/BasicLinearProcessNumbered"/>
    <dgm:cxn modelId="{DD59C373-66A2-457F-8453-59A41345FC12}" type="presOf" srcId="{329AF7C8-0569-4553-BFE7-D3D30BFAE6A3}" destId="{237ED877-E107-4452-9EE9-3F2F0C294502}" srcOrd="0" destOrd="1" presId="urn:microsoft.com/office/officeart/2016/7/layout/BasicLinearProcessNumbered"/>
    <dgm:cxn modelId="{5C50D674-F1E8-4B65-94A8-7B0369F8869C}" type="presOf" srcId="{86C59FD0-D02A-4EFE-97C7-353B07D141BB}" destId="{CDFC099E-2A94-4BBE-ADA8-2173BB2AD8B1}" srcOrd="0" destOrd="0" presId="urn:microsoft.com/office/officeart/2016/7/layout/BasicLinearProcessNumbered"/>
    <dgm:cxn modelId="{6F9B7656-AAB7-4FC5-8AF2-ADF6F44BDC02}" type="presOf" srcId="{80517790-F476-4CA0-9174-FF6CC5F3CA8C}" destId="{065A5918-D9B0-4C68-B27B-01544A31781F}" srcOrd="1" destOrd="0" presId="urn:microsoft.com/office/officeart/2016/7/layout/BasicLinearProcessNumbered"/>
    <dgm:cxn modelId="{B7EBAF56-E640-4DAE-B159-BA1816CAFE1F}" srcId="{85C8D4ED-A5A3-40FD-A73D-BD7CDB840AE2}" destId="{4D422EF0-CE69-406A-9226-43019A459C2A}" srcOrd="1" destOrd="0" parTransId="{7F33B575-3F12-4584-9D54-FA2172EFCDB4}" sibTransId="{2BE05D5F-FAB0-463C-B460-F1D4334D4474}"/>
    <dgm:cxn modelId="{E7386792-9277-4DCD-86C1-7E65C2C75040}" type="presOf" srcId="{46CCE711-05DD-41F5-9F26-AFD624B14505}" destId="{3284FDF5-A102-4D04-9FFD-EEDA6D205597}" srcOrd="0" destOrd="2" presId="urn:microsoft.com/office/officeart/2016/7/layout/BasicLinearProcessNumbered"/>
    <dgm:cxn modelId="{E568089E-ADDF-4999-B0CE-8026DFF0A708}" type="presOf" srcId="{6A824A00-649C-4EF9-B642-D7158F27576B}" destId="{3284FDF5-A102-4D04-9FFD-EEDA6D205597}" srcOrd="0" destOrd="1" presId="urn:microsoft.com/office/officeart/2016/7/layout/BasicLinearProcessNumbered"/>
    <dgm:cxn modelId="{57FD99A9-F22F-4847-A951-3D28B35F477F}" type="presOf" srcId="{B1376D51-8052-40DD-B98A-8E4D2D156F19}" destId="{065A5918-D9B0-4C68-B27B-01544A31781F}" srcOrd="0" destOrd="1" presId="urn:microsoft.com/office/officeart/2016/7/layout/BasicLinearProcessNumbered"/>
    <dgm:cxn modelId="{A91447B7-5AB3-47AA-A19E-38EE2FAB78B5}" srcId="{27662C76-67AD-4A78-87CE-3F2EE9F60C40}" destId="{5C673A98-E893-420B-A165-FEB90BE2F09B}" srcOrd="0" destOrd="0" parTransId="{2A25487D-01DD-4EA6-B72C-98D0C0C3F442}" sibTransId="{8F510049-8001-4437-A0BA-773F6EA72694}"/>
    <dgm:cxn modelId="{BF277BB8-89F8-4230-9839-23A1A7AC9042}" srcId="{4AD9A92C-9F34-4A9D-A882-64086848EBDD}" destId="{6A824A00-649C-4EF9-B642-D7158F27576B}" srcOrd="0" destOrd="0" parTransId="{F1109384-D916-44E0-9D94-01F53283229E}" sibTransId="{5A95FACA-61C1-449B-8740-2585B0A7CDB8}"/>
    <dgm:cxn modelId="{23C767C8-6A2D-44B1-B405-19EF63432F2D}" type="presOf" srcId="{4D422EF0-CE69-406A-9226-43019A459C2A}" destId="{237ED877-E107-4452-9EE9-3F2F0C294502}" srcOrd="0" destOrd="2" presId="urn:microsoft.com/office/officeart/2016/7/layout/BasicLinearProcessNumbered"/>
    <dgm:cxn modelId="{9D2A9DCB-13E7-4BEE-804A-F920136BF093}" type="presOf" srcId="{4AD9A92C-9F34-4A9D-A882-64086848EBDD}" destId="{2F504BEB-5708-4C05-84E2-11FAE029EDBA}" srcOrd="0" destOrd="0" presId="urn:microsoft.com/office/officeart/2016/7/layout/BasicLinearProcessNumbered"/>
    <dgm:cxn modelId="{EA7A20CD-694A-4BB0-B163-6CD6707AB84F}" type="presOf" srcId="{27F46D93-F13C-41F7-B22C-FA7875F6D669}" destId="{24F54BA6-3D80-474C-960E-93AA2615F4B3}" srcOrd="0" destOrd="0" presId="urn:microsoft.com/office/officeart/2016/7/layout/BasicLinearProcessNumbered"/>
    <dgm:cxn modelId="{D309D6D0-AB31-4CEC-9F3F-EDAA4E50A112}" type="presOf" srcId="{5C673A98-E893-420B-A165-FEB90BE2F09B}" destId="{AA625E0A-8A70-4C6D-AC93-A41DF4AA857C}" srcOrd="1" destOrd="0" presId="urn:microsoft.com/office/officeart/2016/7/layout/BasicLinearProcessNumbered"/>
    <dgm:cxn modelId="{F44C5CD2-8850-407D-AA3F-3F2C847A9E0E}" type="presOf" srcId="{5C673A98-E893-420B-A165-FEB90BE2F09B}" destId="{9E2A184C-CBBA-441F-8CA4-C91A52EB264A}" srcOrd="0" destOrd="0" presId="urn:microsoft.com/office/officeart/2016/7/layout/BasicLinearProcessNumbered"/>
    <dgm:cxn modelId="{A97AA8DC-5880-46A1-9CD4-00C52F2631FC}" type="presOf" srcId="{27662C76-67AD-4A78-87CE-3F2EE9F60C40}" destId="{E3284662-2D55-4FD4-A3BA-B3D1CE9F2BF6}" srcOrd="0" destOrd="0" presId="urn:microsoft.com/office/officeart/2016/7/layout/BasicLinearProcessNumbered"/>
    <dgm:cxn modelId="{ED5D80E7-0F9C-416E-9B61-F11A3B94CDE7}" type="presOf" srcId="{C4D86A06-476F-4280-8E76-9F6D271E449F}" destId="{A5986E12-8CAC-4A03-B73F-31DE8E3522F2}" srcOrd="0" destOrd="0" presId="urn:microsoft.com/office/officeart/2016/7/layout/BasicLinearProcessNumbered"/>
    <dgm:cxn modelId="{E5E2CBF5-E472-457C-9849-57AB29EDD199}" type="presOf" srcId="{4AD9A92C-9F34-4A9D-A882-64086848EBDD}" destId="{3284FDF5-A102-4D04-9FFD-EEDA6D205597}" srcOrd="1" destOrd="0" presId="urn:microsoft.com/office/officeart/2016/7/layout/BasicLinearProcessNumbered"/>
    <dgm:cxn modelId="{34E21B9B-17C8-49D4-A98B-E2042125D982}" type="presParOf" srcId="{E3284662-2D55-4FD4-A3BA-B3D1CE9F2BF6}" destId="{625F26A6-9720-460D-8D5B-1740D625F3D4}" srcOrd="0" destOrd="0" presId="urn:microsoft.com/office/officeart/2016/7/layout/BasicLinearProcessNumbered"/>
    <dgm:cxn modelId="{8D0FB078-40EA-4CE4-B5F9-163618B7B38D}" type="presParOf" srcId="{625F26A6-9720-460D-8D5B-1740D625F3D4}" destId="{9E2A184C-CBBA-441F-8CA4-C91A52EB264A}" srcOrd="0" destOrd="0" presId="urn:microsoft.com/office/officeart/2016/7/layout/BasicLinearProcessNumbered"/>
    <dgm:cxn modelId="{2EEC0B14-AE9B-4D32-A48B-47D02BB9FA7C}" type="presParOf" srcId="{625F26A6-9720-460D-8D5B-1740D625F3D4}" destId="{FFF31957-AF20-49A0-A073-9FE69DF86036}" srcOrd="1" destOrd="0" presId="urn:microsoft.com/office/officeart/2016/7/layout/BasicLinearProcessNumbered"/>
    <dgm:cxn modelId="{E544437D-95F5-4A47-A82E-8138EE64AA72}" type="presParOf" srcId="{625F26A6-9720-460D-8D5B-1740D625F3D4}" destId="{37CD7406-8CCF-49AA-9967-F0891402971E}" srcOrd="2" destOrd="0" presId="urn:microsoft.com/office/officeart/2016/7/layout/BasicLinearProcessNumbered"/>
    <dgm:cxn modelId="{3ACAAA91-18D4-4132-A058-6B13FBB3A045}" type="presParOf" srcId="{625F26A6-9720-460D-8D5B-1740D625F3D4}" destId="{AA625E0A-8A70-4C6D-AC93-A41DF4AA857C}" srcOrd="3" destOrd="0" presId="urn:microsoft.com/office/officeart/2016/7/layout/BasicLinearProcessNumbered"/>
    <dgm:cxn modelId="{6E98E2EA-2EB6-49AC-9598-BD500D413C88}" type="presParOf" srcId="{E3284662-2D55-4FD4-A3BA-B3D1CE9F2BF6}" destId="{C02CE510-549D-4BAA-BD48-210EC3D2AF89}" srcOrd="1" destOrd="0" presId="urn:microsoft.com/office/officeart/2016/7/layout/BasicLinearProcessNumbered"/>
    <dgm:cxn modelId="{6469E890-326A-4BF7-95FE-2E2C01FBED63}" type="presParOf" srcId="{E3284662-2D55-4FD4-A3BA-B3D1CE9F2BF6}" destId="{7399AFDD-31D7-4573-8039-BD87458FD36E}" srcOrd="2" destOrd="0" presId="urn:microsoft.com/office/officeart/2016/7/layout/BasicLinearProcessNumbered"/>
    <dgm:cxn modelId="{A897246D-F107-4BAB-A80C-9E390C36E08D}" type="presParOf" srcId="{7399AFDD-31D7-4573-8039-BD87458FD36E}" destId="{1694FCC3-1036-4737-A5E9-D01011AB8CE2}" srcOrd="0" destOrd="0" presId="urn:microsoft.com/office/officeart/2016/7/layout/BasicLinearProcessNumbered"/>
    <dgm:cxn modelId="{78BD6595-1D81-42C0-8136-FA8687F21B8B}" type="presParOf" srcId="{7399AFDD-31D7-4573-8039-BD87458FD36E}" destId="{24F54BA6-3D80-474C-960E-93AA2615F4B3}" srcOrd="1" destOrd="0" presId="urn:microsoft.com/office/officeart/2016/7/layout/BasicLinearProcessNumbered"/>
    <dgm:cxn modelId="{A67D92A7-810F-4C24-A655-9098A442BA4E}" type="presParOf" srcId="{7399AFDD-31D7-4573-8039-BD87458FD36E}" destId="{2FF04D66-4534-4939-B19C-73287E2BADA0}" srcOrd="2" destOrd="0" presId="urn:microsoft.com/office/officeart/2016/7/layout/BasicLinearProcessNumbered"/>
    <dgm:cxn modelId="{8114CA76-5F3A-4E14-ACC2-F9E879AE6715}" type="presParOf" srcId="{7399AFDD-31D7-4573-8039-BD87458FD36E}" destId="{237ED877-E107-4452-9EE9-3F2F0C294502}" srcOrd="3" destOrd="0" presId="urn:microsoft.com/office/officeart/2016/7/layout/BasicLinearProcessNumbered"/>
    <dgm:cxn modelId="{E6A46EA0-8F11-4C4C-9B2B-3C87F19E14F6}" type="presParOf" srcId="{E3284662-2D55-4FD4-A3BA-B3D1CE9F2BF6}" destId="{35B0844F-EDD4-4D3E-9AAE-9D69F57040B1}" srcOrd="3" destOrd="0" presId="urn:microsoft.com/office/officeart/2016/7/layout/BasicLinearProcessNumbered"/>
    <dgm:cxn modelId="{1790BFCA-B6AF-474B-B6D3-BE012080817C}" type="presParOf" srcId="{E3284662-2D55-4FD4-A3BA-B3D1CE9F2BF6}" destId="{20C6AC80-7BF4-4D50-8AB1-F481725A7047}" srcOrd="4" destOrd="0" presId="urn:microsoft.com/office/officeart/2016/7/layout/BasicLinearProcessNumbered"/>
    <dgm:cxn modelId="{13909698-575F-43F8-BF55-E70F88080E0A}" type="presParOf" srcId="{20C6AC80-7BF4-4D50-8AB1-F481725A7047}" destId="{2F504BEB-5708-4C05-84E2-11FAE029EDBA}" srcOrd="0" destOrd="0" presId="urn:microsoft.com/office/officeart/2016/7/layout/BasicLinearProcessNumbered"/>
    <dgm:cxn modelId="{DA864D8A-4F06-46AB-B824-E42CADADFF6F}" type="presParOf" srcId="{20C6AC80-7BF4-4D50-8AB1-F481725A7047}" destId="{CDFC099E-2A94-4BBE-ADA8-2173BB2AD8B1}" srcOrd="1" destOrd="0" presId="urn:microsoft.com/office/officeart/2016/7/layout/BasicLinearProcessNumbered"/>
    <dgm:cxn modelId="{622AC034-5C74-4168-BBC0-40E3CD12DEA2}" type="presParOf" srcId="{20C6AC80-7BF4-4D50-8AB1-F481725A7047}" destId="{D6A16531-2CA4-47F2-AAF6-F8D4172C6752}" srcOrd="2" destOrd="0" presId="urn:microsoft.com/office/officeart/2016/7/layout/BasicLinearProcessNumbered"/>
    <dgm:cxn modelId="{3D3C9828-93EF-4E67-99AA-32604462117D}" type="presParOf" srcId="{20C6AC80-7BF4-4D50-8AB1-F481725A7047}" destId="{3284FDF5-A102-4D04-9FFD-EEDA6D205597}" srcOrd="3" destOrd="0" presId="urn:microsoft.com/office/officeart/2016/7/layout/BasicLinearProcessNumbered"/>
    <dgm:cxn modelId="{0336D679-8A03-41BB-94AB-22982FF8E49B}" type="presParOf" srcId="{E3284662-2D55-4FD4-A3BA-B3D1CE9F2BF6}" destId="{00CBD68D-9CD7-4164-8050-83706AE2E9E9}" srcOrd="5" destOrd="0" presId="urn:microsoft.com/office/officeart/2016/7/layout/BasicLinearProcessNumbered"/>
    <dgm:cxn modelId="{E319B916-4F45-4B16-A579-268AFBAABED7}" type="presParOf" srcId="{E3284662-2D55-4FD4-A3BA-B3D1CE9F2BF6}" destId="{D6BBD258-DB3F-458C-B7E4-F399BFCE05B7}" srcOrd="6" destOrd="0" presId="urn:microsoft.com/office/officeart/2016/7/layout/BasicLinearProcessNumbered"/>
    <dgm:cxn modelId="{0CFAFB15-A3A9-40E0-898C-17438E98FD8F}" type="presParOf" srcId="{D6BBD258-DB3F-458C-B7E4-F399BFCE05B7}" destId="{808F7B71-C778-41CF-9188-AAEE999CE82B}" srcOrd="0" destOrd="0" presId="urn:microsoft.com/office/officeart/2016/7/layout/BasicLinearProcessNumbered"/>
    <dgm:cxn modelId="{E6B9A888-E9A0-4E8B-BC12-7B2D8950C636}" type="presParOf" srcId="{D6BBD258-DB3F-458C-B7E4-F399BFCE05B7}" destId="{A5986E12-8CAC-4A03-B73F-31DE8E3522F2}" srcOrd="1" destOrd="0" presId="urn:microsoft.com/office/officeart/2016/7/layout/BasicLinearProcessNumbered"/>
    <dgm:cxn modelId="{376902D0-58BC-40DC-90C5-72F1D7E9111D}" type="presParOf" srcId="{D6BBD258-DB3F-458C-B7E4-F399BFCE05B7}" destId="{3D413EB5-82E3-418C-9F93-5126111185AF}" srcOrd="2" destOrd="0" presId="urn:microsoft.com/office/officeart/2016/7/layout/BasicLinearProcessNumbered"/>
    <dgm:cxn modelId="{C3998A72-D6D4-4BF5-821F-0C13399002AB}" type="presParOf" srcId="{D6BBD258-DB3F-458C-B7E4-F399BFCE05B7}" destId="{065A5918-D9B0-4C68-B27B-01544A31781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70C6AD-2125-4854-A009-34FA6863E15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A61882-F56B-4A46-96E4-8A4623F4A745}">
      <dgm:prSet/>
      <dgm:spPr/>
      <dgm:t>
        <a:bodyPr/>
        <a:lstStyle/>
        <a:p>
          <a:r>
            <a:rPr lang="en-US"/>
            <a:t>Project Website</a:t>
          </a:r>
        </a:p>
      </dgm:t>
    </dgm:pt>
    <dgm:pt modelId="{47231B7F-1A02-44CB-A7B8-E89954204EF6}" type="parTrans" cxnId="{4989AD0C-F377-4D29-BB59-F63BD5940338}">
      <dgm:prSet/>
      <dgm:spPr/>
      <dgm:t>
        <a:bodyPr/>
        <a:lstStyle/>
        <a:p>
          <a:endParaRPr lang="en-US"/>
        </a:p>
      </dgm:t>
    </dgm:pt>
    <dgm:pt modelId="{86DA2DA9-4F7F-428D-9DCE-B29A4361E48C}" type="sibTrans" cxnId="{4989AD0C-F377-4D29-BB59-F63BD5940338}">
      <dgm:prSet/>
      <dgm:spPr/>
      <dgm:t>
        <a:bodyPr/>
        <a:lstStyle/>
        <a:p>
          <a:endParaRPr lang="en-US"/>
        </a:p>
      </dgm:t>
    </dgm:pt>
    <dgm:pt modelId="{EB485B49-874F-4B13-93AF-2E78F80B8743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Link</a:t>
          </a:r>
          <a:endParaRPr lang="en-US"/>
        </a:p>
      </dgm:t>
    </dgm:pt>
    <dgm:pt modelId="{BC3B2028-D2E9-442C-8F2E-0B66ADB77000}" type="parTrans" cxnId="{8B9AA48B-5E8E-4766-9BFB-262A27E6A638}">
      <dgm:prSet/>
      <dgm:spPr/>
      <dgm:t>
        <a:bodyPr/>
        <a:lstStyle/>
        <a:p>
          <a:endParaRPr lang="en-US"/>
        </a:p>
      </dgm:t>
    </dgm:pt>
    <dgm:pt modelId="{A1B83651-018D-45DF-9438-B6B66E151DB9}" type="sibTrans" cxnId="{8B9AA48B-5E8E-4766-9BFB-262A27E6A638}">
      <dgm:prSet/>
      <dgm:spPr/>
      <dgm:t>
        <a:bodyPr/>
        <a:lstStyle/>
        <a:p>
          <a:endParaRPr lang="en-US"/>
        </a:p>
      </dgm:t>
    </dgm:pt>
    <dgm:pt modelId="{7561247B-7231-4642-A99E-67FFCAF206E6}">
      <dgm:prSet/>
      <dgm:spPr/>
      <dgm:t>
        <a:bodyPr/>
        <a:lstStyle/>
        <a:p>
          <a:r>
            <a:rPr lang="en-US"/>
            <a:t>Preliminary Dashboard</a:t>
          </a:r>
        </a:p>
      </dgm:t>
    </dgm:pt>
    <dgm:pt modelId="{2FB378CD-2EC7-4519-AC80-B58FAD23011F}" type="parTrans" cxnId="{BAFD825E-F714-4928-BEEC-E71DC5464825}">
      <dgm:prSet/>
      <dgm:spPr/>
      <dgm:t>
        <a:bodyPr/>
        <a:lstStyle/>
        <a:p>
          <a:endParaRPr lang="en-US"/>
        </a:p>
      </dgm:t>
    </dgm:pt>
    <dgm:pt modelId="{E09707A6-A22B-4EF5-A014-BB3C4C48092D}" type="sibTrans" cxnId="{BAFD825E-F714-4928-BEEC-E71DC5464825}">
      <dgm:prSet/>
      <dgm:spPr/>
      <dgm:t>
        <a:bodyPr/>
        <a:lstStyle/>
        <a:p>
          <a:endParaRPr lang="en-US"/>
        </a:p>
      </dgm:t>
    </dgm:pt>
    <dgm:pt modelId="{A4375FC2-4EC9-4C11-ADBC-4E03B48C2970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Link</a:t>
          </a:r>
          <a:endParaRPr lang="en-US"/>
        </a:p>
      </dgm:t>
    </dgm:pt>
    <dgm:pt modelId="{195A8E38-2ACA-4095-986D-B763F224CD0B}" type="parTrans" cxnId="{77B7E1F7-4454-4BF0-B1AE-D57AFFC0B3A7}">
      <dgm:prSet/>
      <dgm:spPr/>
      <dgm:t>
        <a:bodyPr/>
        <a:lstStyle/>
        <a:p>
          <a:endParaRPr lang="en-US"/>
        </a:p>
      </dgm:t>
    </dgm:pt>
    <dgm:pt modelId="{6E63E224-EB53-4305-A231-8B513B53BA46}" type="sibTrans" cxnId="{77B7E1F7-4454-4BF0-B1AE-D57AFFC0B3A7}">
      <dgm:prSet/>
      <dgm:spPr/>
      <dgm:t>
        <a:bodyPr/>
        <a:lstStyle/>
        <a:p>
          <a:endParaRPr lang="en-US"/>
        </a:p>
      </dgm:t>
    </dgm:pt>
    <dgm:pt modelId="{B581CEE7-7FF3-40AF-A1D6-C0180C0BF687}" type="pres">
      <dgm:prSet presAssocID="{D670C6AD-2125-4854-A009-34FA6863E156}" presName="linear" presStyleCnt="0">
        <dgm:presLayoutVars>
          <dgm:dir/>
          <dgm:animLvl val="lvl"/>
          <dgm:resizeHandles val="exact"/>
        </dgm:presLayoutVars>
      </dgm:prSet>
      <dgm:spPr/>
    </dgm:pt>
    <dgm:pt modelId="{16E6FA1D-5E0C-4C86-BEC3-30FDD1AE5CC4}" type="pres">
      <dgm:prSet presAssocID="{27A61882-F56B-4A46-96E4-8A4623F4A745}" presName="parentLin" presStyleCnt="0"/>
      <dgm:spPr/>
    </dgm:pt>
    <dgm:pt modelId="{A55C1042-5D3D-4072-BD98-56E22F8CF7F3}" type="pres">
      <dgm:prSet presAssocID="{27A61882-F56B-4A46-96E4-8A4623F4A745}" presName="parentLeftMargin" presStyleLbl="node1" presStyleIdx="0" presStyleCnt="2"/>
      <dgm:spPr/>
    </dgm:pt>
    <dgm:pt modelId="{91CDEF91-0C93-4BA0-8BCC-FCB844BCF037}" type="pres">
      <dgm:prSet presAssocID="{27A61882-F56B-4A46-96E4-8A4623F4A7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4FFE47-6BDE-447A-B37B-6BE672EC1BA7}" type="pres">
      <dgm:prSet presAssocID="{27A61882-F56B-4A46-96E4-8A4623F4A745}" presName="negativeSpace" presStyleCnt="0"/>
      <dgm:spPr/>
    </dgm:pt>
    <dgm:pt modelId="{ED41F486-A7D2-489C-BD90-F11EC7DB5B35}" type="pres">
      <dgm:prSet presAssocID="{27A61882-F56B-4A46-96E4-8A4623F4A745}" presName="childText" presStyleLbl="conFgAcc1" presStyleIdx="0" presStyleCnt="2">
        <dgm:presLayoutVars>
          <dgm:bulletEnabled val="1"/>
        </dgm:presLayoutVars>
      </dgm:prSet>
      <dgm:spPr/>
    </dgm:pt>
    <dgm:pt modelId="{FDD1D7D8-BC81-4A24-8933-B43AC3D57FC3}" type="pres">
      <dgm:prSet presAssocID="{86DA2DA9-4F7F-428D-9DCE-B29A4361E48C}" presName="spaceBetweenRectangles" presStyleCnt="0"/>
      <dgm:spPr/>
    </dgm:pt>
    <dgm:pt modelId="{59439036-5971-47B3-827A-7A728CE463BE}" type="pres">
      <dgm:prSet presAssocID="{7561247B-7231-4642-A99E-67FFCAF206E6}" presName="parentLin" presStyleCnt="0"/>
      <dgm:spPr/>
    </dgm:pt>
    <dgm:pt modelId="{288CD191-FC2E-4C83-88A3-6B47788D7120}" type="pres">
      <dgm:prSet presAssocID="{7561247B-7231-4642-A99E-67FFCAF206E6}" presName="parentLeftMargin" presStyleLbl="node1" presStyleIdx="0" presStyleCnt="2"/>
      <dgm:spPr/>
    </dgm:pt>
    <dgm:pt modelId="{3CD4CDF7-B3B2-4970-8A77-683AA6C2A84C}" type="pres">
      <dgm:prSet presAssocID="{7561247B-7231-4642-A99E-67FFCAF206E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BEB603C-1E97-4E74-A084-DF7C2B11F653}" type="pres">
      <dgm:prSet presAssocID="{7561247B-7231-4642-A99E-67FFCAF206E6}" presName="negativeSpace" presStyleCnt="0"/>
      <dgm:spPr/>
    </dgm:pt>
    <dgm:pt modelId="{8D21442D-1135-48E9-8DBA-6E7C0A870B63}" type="pres">
      <dgm:prSet presAssocID="{7561247B-7231-4642-A99E-67FFCAF206E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989AD0C-F377-4D29-BB59-F63BD5940338}" srcId="{D670C6AD-2125-4854-A009-34FA6863E156}" destId="{27A61882-F56B-4A46-96E4-8A4623F4A745}" srcOrd="0" destOrd="0" parTransId="{47231B7F-1A02-44CB-A7B8-E89954204EF6}" sibTransId="{86DA2DA9-4F7F-428D-9DCE-B29A4361E48C}"/>
    <dgm:cxn modelId="{6E62C21E-0FEC-4519-968A-7E1323DA4C09}" type="presOf" srcId="{7561247B-7231-4642-A99E-67FFCAF206E6}" destId="{3CD4CDF7-B3B2-4970-8A77-683AA6C2A84C}" srcOrd="1" destOrd="0" presId="urn:microsoft.com/office/officeart/2005/8/layout/list1"/>
    <dgm:cxn modelId="{BAFD825E-F714-4928-BEEC-E71DC5464825}" srcId="{D670C6AD-2125-4854-A009-34FA6863E156}" destId="{7561247B-7231-4642-A99E-67FFCAF206E6}" srcOrd="1" destOrd="0" parTransId="{2FB378CD-2EC7-4519-AC80-B58FAD23011F}" sibTransId="{E09707A6-A22B-4EF5-A014-BB3C4C48092D}"/>
    <dgm:cxn modelId="{68944E75-1ADB-4023-92DD-C416797074D3}" type="presOf" srcId="{D670C6AD-2125-4854-A009-34FA6863E156}" destId="{B581CEE7-7FF3-40AF-A1D6-C0180C0BF687}" srcOrd="0" destOrd="0" presId="urn:microsoft.com/office/officeart/2005/8/layout/list1"/>
    <dgm:cxn modelId="{6B451D81-4B10-4039-B6F0-011CF8412D02}" type="presOf" srcId="{A4375FC2-4EC9-4C11-ADBC-4E03B48C2970}" destId="{8D21442D-1135-48E9-8DBA-6E7C0A870B63}" srcOrd="0" destOrd="0" presId="urn:microsoft.com/office/officeart/2005/8/layout/list1"/>
    <dgm:cxn modelId="{8B9AA48B-5E8E-4766-9BFB-262A27E6A638}" srcId="{27A61882-F56B-4A46-96E4-8A4623F4A745}" destId="{EB485B49-874F-4B13-93AF-2E78F80B8743}" srcOrd="0" destOrd="0" parTransId="{BC3B2028-D2E9-442C-8F2E-0B66ADB77000}" sibTransId="{A1B83651-018D-45DF-9438-B6B66E151DB9}"/>
    <dgm:cxn modelId="{574066A4-98CF-4751-B34E-291F0B835120}" type="presOf" srcId="{27A61882-F56B-4A46-96E4-8A4623F4A745}" destId="{91CDEF91-0C93-4BA0-8BCC-FCB844BCF037}" srcOrd="1" destOrd="0" presId="urn:microsoft.com/office/officeart/2005/8/layout/list1"/>
    <dgm:cxn modelId="{31C1ECC9-7C38-4A40-B9FF-7CC7078AD344}" type="presOf" srcId="{7561247B-7231-4642-A99E-67FFCAF206E6}" destId="{288CD191-FC2E-4C83-88A3-6B47788D7120}" srcOrd="0" destOrd="0" presId="urn:microsoft.com/office/officeart/2005/8/layout/list1"/>
    <dgm:cxn modelId="{AD8414CE-078F-44D5-928D-1065C452B4D8}" type="presOf" srcId="{27A61882-F56B-4A46-96E4-8A4623F4A745}" destId="{A55C1042-5D3D-4072-BD98-56E22F8CF7F3}" srcOrd="0" destOrd="0" presId="urn:microsoft.com/office/officeart/2005/8/layout/list1"/>
    <dgm:cxn modelId="{F346FBCE-7421-4287-9BA9-124200169755}" type="presOf" srcId="{EB485B49-874F-4B13-93AF-2E78F80B8743}" destId="{ED41F486-A7D2-489C-BD90-F11EC7DB5B35}" srcOrd="0" destOrd="0" presId="urn:microsoft.com/office/officeart/2005/8/layout/list1"/>
    <dgm:cxn modelId="{77B7E1F7-4454-4BF0-B1AE-D57AFFC0B3A7}" srcId="{7561247B-7231-4642-A99E-67FFCAF206E6}" destId="{A4375FC2-4EC9-4C11-ADBC-4E03B48C2970}" srcOrd="0" destOrd="0" parTransId="{195A8E38-2ACA-4095-986D-B763F224CD0B}" sibTransId="{6E63E224-EB53-4305-A231-8B513B53BA46}"/>
    <dgm:cxn modelId="{5F893C03-1AFE-46F4-8757-6C64FA566287}" type="presParOf" srcId="{B581CEE7-7FF3-40AF-A1D6-C0180C0BF687}" destId="{16E6FA1D-5E0C-4C86-BEC3-30FDD1AE5CC4}" srcOrd="0" destOrd="0" presId="urn:microsoft.com/office/officeart/2005/8/layout/list1"/>
    <dgm:cxn modelId="{8DA25CAB-261F-43CA-A3EC-AF16FCD04A23}" type="presParOf" srcId="{16E6FA1D-5E0C-4C86-BEC3-30FDD1AE5CC4}" destId="{A55C1042-5D3D-4072-BD98-56E22F8CF7F3}" srcOrd="0" destOrd="0" presId="urn:microsoft.com/office/officeart/2005/8/layout/list1"/>
    <dgm:cxn modelId="{93C8AB68-58D5-4C02-94AE-A1BB59A00024}" type="presParOf" srcId="{16E6FA1D-5E0C-4C86-BEC3-30FDD1AE5CC4}" destId="{91CDEF91-0C93-4BA0-8BCC-FCB844BCF037}" srcOrd="1" destOrd="0" presId="urn:microsoft.com/office/officeart/2005/8/layout/list1"/>
    <dgm:cxn modelId="{964AD01C-7635-4FBC-B3B9-3585DD034E0C}" type="presParOf" srcId="{B581CEE7-7FF3-40AF-A1D6-C0180C0BF687}" destId="{644FFE47-6BDE-447A-B37B-6BE672EC1BA7}" srcOrd="1" destOrd="0" presId="urn:microsoft.com/office/officeart/2005/8/layout/list1"/>
    <dgm:cxn modelId="{51144916-8A60-4F7D-A098-E2E361D00293}" type="presParOf" srcId="{B581CEE7-7FF3-40AF-A1D6-C0180C0BF687}" destId="{ED41F486-A7D2-489C-BD90-F11EC7DB5B35}" srcOrd="2" destOrd="0" presId="urn:microsoft.com/office/officeart/2005/8/layout/list1"/>
    <dgm:cxn modelId="{E90DA639-E7A8-4E2C-BBEC-7F0039720C51}" type="presParOf" srcId="{B581CEE7-7FF3-40AF-A1D6-C0180C0BF687}" destId="{FDD1D7D8-BC81-4A24-8933-B43AC3D57FC3}" srcOrd="3" destOrd="0" presId="urn:microsoft.com/office/officeart/2005/8/layout/list1"/>
    <dgm:cxn modelId="{02CFD33B-66CB-4A61-8B5B-6B2716849DA5}" type="presParOf" srcId="{B581CEE7-7FF3-40AF-A1D6-C0180C0BF687}" destId="{59439036-5971-47B3-827A-7A728CE463BE}" srcOrd="4" destOrd="0" presId="urn:microsoft.com/office/officeart/2005/8/layout/list1"/>
    <dgm:cxn modelId="{BA17E530-3D04-40C7-8065-EC36FEE97893}" type="presParOf" srcId="{59439036-5971-47B3-827A-7A728CE463BE}" destId="{288CD191-FC2E-4C83-88A3-6B47788D7120}" srcOrd="0" destOrd="0" presId="urn:microsoft.com/office/officeart/2005/8/layout/list1"/>
    <dgm:cxn modelId="{0819B948-FA9F-4DD7-B525-26A1F6D95EB7}" type="presParOf" srcId="{59439036-5971-47B3-827A-7A728CE463BE}" destId="{3CD4CDF7-B3B2-4970-8A77-683AA6C2A84C}" srcOrd="1" destOrd="0" presId="urn:microsoft.com/office/officeart/2005/8/layout/list1"/>
    <dgm:cxn modelId="{6D4A7E69-B5D5-472A-9FFA-3C461EAFA228}" type="presParOf" srcId="{B581CEE7-7FF3-40AF-A1D6-C0180C0BF687}" destId="{3BEB603C-1E97-4E74-A084-DF7C2B11F653}" srcOrd="5" destOrd="0" presId="urn:microsoft.com/office/officeart/2005/8/layout/list1"/>
    <dgm:cxn modelId="{3074682C-600D-48E2-95E1-20892DA92552}" type="presParOf" srcId="{B581CEE7-7FF3-40AF-A1D6-C0180C0BF687}" destId="{8D21442D-1135-48E9-8DBA-6E7C0A870B6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1DD6-9F79-46E1-B991-9ECEC73B7706}">
      <dsp:nvSpPr>
        <dsp:cNvPr id="0" name=""/>
        <dsp:cNvSpPr/>
      </dsp:nvSpPr>
      <dsp:spPr>
        <a:xfrm>
          <a:off x="559800" y="50222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1E7F7-D227-4AA3-95B6-4CEE76BBE59E}">
      <dsp:nvSpPr>
        <dsp:cNvPr id="0" name=""/>
        <dsp:cNvSpPr/>
      </dsp:nvSpPr>
      <dsp:spPr>
        <a:xfrm>
          <a:off x="559800" y="21581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SQL Security</a:t>
          </a:r>
        </a:p>
      </dsp:txBody>
      <dsp:txXfrm>
        <a:off x="559800" y="2158145"/>
        <a:ext cx="4320000" cy="648000"/>
      </dsp:txXfrm>
    </dsp:sp>
    <dsp:sp modelId="{A7756407-8FF5-4860-98C9-533BB3F7B48F}">
      <dsp:nvSpPr>
        <dsp:cNvPr id="0" name=""/>
        <dsp:cNvSpPr/>
      </dsp:nvSpPr>
      <dsp:spPr>
        <a:xfrm>
          <a:off x="559800" y="2873082"/>
          <a:ext cx="4320000" cy="97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Properly sanitize input data when using relational databases to avoid SQL injections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 not construct with raw f-strings</a:t>
          </a:r>
        </a:p>
      </dsp:txBody>
      <dsp:txXfrm>
        <a:off x="559800" y="2873082"/>
        <a:ext cx="4320000" cy="976025"/>
      </dsp:txXfrm>
    </dsp:sp>
    <dsp:sp modelId="{AB5DE8D3-3083-4CB5-9137-9FBAD8F85E77}">
      <dsp:nvSpPr>
        <dsp:cNvPr id="0" name=""/>
        <dsp:cNvSpPr/>
      </dsp:nvSpPr>
      <dsp:spPr>
        <a:xfrm>
          <a:off x="5635800" y="50222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8D3D8-EE1C-44AB-A067-9F9B5841F4CD}">
      <dsp:nvSpPr>
        <dsp:cNvPr id="0" name=""/>
        <dsp:cNvSpPr/>
      </dsp:nvSpPr>
      <dsp:spPr>
        <a:xfrm>
          <a:off x="5635800" y="21581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VM security</a:t>
          </a:r>
        </a:p>
      </dsp:txBody>
      <dsp:txXfrm>
        <a:off x="5635800" y="2158145"/>
        <a:ext cx="4320000" cy="648000"/>
      </dsp:txXfrm>
    </dsp:sp>
    <dsp:sp modelId="{C8D77F2D-4D88-4B4B-A854-2D0B28A0EAAD}">
      <dsp:nvSpPr>
        <dsp:cNvPr id="0" name=""/>
        <dsp:cNvSpPr/>
      </dsp:nvSpPr>
      <dsp:spPr>
        <a:xfrm>
          <a:off x="5635800" y="2873082"/>
          <a:ext cx="4320000" cy="97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SSH access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Inbound + outbound firewall traffic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Port access control</a:t>
          </a:r>
        </a:p>
      </dsp:txBody>
      <dsp:txXfrm>
        <a:off x="5635800" y="2873082"/>
        <a:ext cx="4320000" cy="9760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A184C-CBBA-441F-8CA4-C91A52EB264A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executive dashboard showing business performance</a:t>
          </a:r>
        </a:p>
      </dsp:txBody>
      <dsp:txXfrm>
        <a:off x="3080" y="1765067"/>
        <a:ext cx="2444055" cy="2053006"/>
      </dsp:txXfrm>
    </dsp:sp>
    <dsp:sp modelId="{FFF31957-AF20-49A0-A073-9FE69DF86036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37CD7406-8CCF-49AA-9967-F0891402971E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94FCC3-1036-4737-A5E9-D01011AB8CE2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and display key lag measures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150-day revenue forecast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Portfolio profit estimate</a:t>
          </a:r>
        </a:p>
      </dsp:txBody>
      <dsp:txXfrm>
        <a:off x="2691541" y="1765067"/>
        <a:ext cx="2444055" cy="2053006"/>
      </dsp:txXfrm>
    </dsp:sp>
    <dsp:sp modelId="{24F54BA6-3D80-474C-960E-93AA2615F4B3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2FF04D66-4534-4939-B19C-73287E2BADA0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504BEB-5708-4C05-84E2-11FAE029EDBA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 core lead measures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Production velocity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Acquisition Deal Score</a:t>
          </a:r>
        </a:p>
      </dsp:txBody>
      <dsp:txXfrm>
        <a:off x="5380002" y="1765067"/>
        <a:ext cx="2444055" cy="2053006"/>
      </dsp:txXfrm>
    </dsp:sp>
    <dsp:sp modelId="{CDFC099E-2A94-4BBE-ADA8-2173BB2AD8B1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D6A16531-2CA4-47F2-AAF6-F8D4172C6752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8F7B71-C778-41CF-9188-AAEE999CE82B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 interactive visuals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Cash tank bar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Off-track counter</a:t>
          </a:r>
        </a:p>
      </dsp:txBody>
      <dsp:txXfrm>
        <a:off x="8068463" y="1765067"/>
        <a:ext cx="2444055" cy="2053006"/>
      </dsp:txXfrm>
    </dsp:sp>
    <dsp:sp modelId="{A5986E12-8CAC-4A03-B73F-31DE8E3522F2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3D413EB5-82E3-418C-9F93-5126111185AF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1F486-A7D2-489C-BD90-F11EC7DB5B35}">
      <dsp:nvSpPr>
        <dsp:cNvPr id="0" name=""/>
        <dsp:cNvSpPr/>
      </dsp:nvSpPr>
      <dsp:spPr>
        <a:xfrm>
          <a:off x="0" y="547568"/>
          <a:ext cx="105156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49808" rIns="816127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>
              <a:hlinkClick xmlns:r="http://schemas.openxmlformats.org/officeDocument/2006/relationships" r:id="rId1"/>
            </a:rPr>
            <a:t>Link</a:t>
          </a:r>
          <a:endParaRPr lang="en-US" sz="3600" kern="1200"/>
        </a:p>
      </dsp:txBody>
      <dsp:txXfrm>
        <a:off x="0" y="547568"/>
        <a:ext cx="10515600" cy="1530900"/>
      </dsp:txXfrm>
    </dsp:sp>
    <dsp:sp modelId="{91CDEF91-0C93-4BA0-8BCC-FCB844BCF037}">
      <dsp:nvSpPr>
        <dsp:cNvPr id="0" name=""/>
        <dsp:cNvSpPr/>
      </dsp:nvSpPr>
      <dsp:spPr>
        <a:xfrm>
          <a:off x="525780" y="16208"/>
          <a:ext cx="736092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Project Website</a:t>
          </a:r>
        </a:p>
      </dsp:txBody>
      <dsp:txXfrm>
        <a:off x="577658" y="68086"/>
        <a:ext cx="7257164" cy="958964"/>
      </dsp:txXfrm>
    </dsp:sp>
    <dsp:sp modelId="{8D21442D-1135-48E9-8DBA-6E7C0A870B63}">
      <dsp:nvSpPr>
        <dsp:cNvPr id="0" name=""/>
        <dsp:cNvSpPr/>
      </dsp:nvSpPr>
      <dsp:spPr>
        <a:xfrm>
          <a:off x="0" y="2804229"/>
          <a:ext cx="105156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49808" rIns="816127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>
              <a:hlinkClick xmlns:r="http://schemas.openxmlformats.org/officeDocument/2006/relationships" r:id="rId2"/>
            </a:rPr>
            <a:t>Link</a:t>
          </a:r>
          <a:endParaRPr lang="en-US" sz="3600" kern="1200"/>
        </a:p>
      </dsp:txBody>
      <dsp:txXfrm>
        <a:off x="0" y="2804229"/>
        <a:ext cx="10515600" cy="1530900"/>
      </dsp:txXfrm>
    </dsp:sp>
    <dsp:sp modelId="{3CD4CDF7-B3B2-4970-8A77-683AA6C2A84C}">
      <dsp:nvSpPr>
        <dsp:cNvPr id="0" name=""/>
        <dsp:cNvSpPr/>
      </dsp:nvSpPr>
      <dsp:spPr>
        <a:xfrm>
          <a:off x="525780" y="2272869"/>
          <a:ext cx="736092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Preliminary Dashboard</a:t>
          </a:r>
        </a:p>
      </dsp:txBody>
      <dsp:txXfrm>
        <a:off x="577658" y="2324747"/>
        <a:ext cx="7257164" cy="958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AAE4-A453-4892-A108-73E4F334787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7A377-AF79-477F-B409-EECBF092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8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72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33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0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21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9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53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8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Joshua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30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6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 / 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86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Caleb: Project Website</a:t>
            </a:r>
          </a:p>
          <a:p>
            <a:r>
              <a:rPr lang="en-US"/>
              <a:t>Josh: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1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53B8-2C46-4002-0465-0A5B8A9F0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AEBB8-A43C-98F5-9C95-E70BB445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F9998-0C9B-05A4-9733-FAC5383D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98EF-2E66-1A18-4C00-2A3BB891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75A7-DFC9-635F-F17A-3844CC33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5CC5-235E-992C-7D53-839BA13F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9341-417A-E30E-6066-61E2DF369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A504-358B-5AF4-B253-EAA437A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89B94-CE28-B284-065D-E0AC8F6C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C6B1-3C23-C12C-4403-63AAD0BB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4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2A5E-8C11-4EB0-6935-D7F36BD6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00BA0-3767-191F-EE61-131D1E661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2F94-271B-4353-3E75-CAA32C59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CB80-6105-CEFD-A3AE-F533B2FF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72910-28A1-61E1-926C-898DAD9D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9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3BF3-EAA1-E2F3-5D5C-7AFD2AAE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B935-FEA0-92F3-ADEC-CFAD70F84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9E2CA-A6A7-CA83-C6A3-8DED7B937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FFE39-3AA4-852F-6E28-071C37B9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90126-D816-86BE-1167-3954367F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6394E-DE08-DF59-30DE-65EBD6D2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9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9715-49F8-24E5-59ED-90B62AB3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73518-5B0E-5F71-7147-2FF4E8B87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F8459-6B30-68E7-202C-329839697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2CC23-07CD-ACB7-33BE-502B94B63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E7864-6EA0-559C-6155-13B85AE02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1C1EC-13CE-658D-64C1-1E529693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42D7F-90BA-9544-BEF3-18D78C05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5B030-74C0-B8D0-D071-41A97A7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4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CC83-0E71-C963-3359-36C1A6D3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CC81-E7CA-9AF4-0B01-B5CDDBB0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1AA3E-0D93-70F8-1F64-308F596F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2A9D1-5F14-9076-9E32-86C75AE8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EFF90-493C-88A0-0196-26A67EE4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D8A81-A986-004C-B129-2C59E217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C197-F90F-2F40-3CAC-C897377C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B66B-9DE4-92F0-AFD2-9CD06EB1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CB60-387A-00F9-E75C-6C3DDCE1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08BCC-FFFB-30CC-6E72-13AF2BF51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C947A-226B-C998-079A-41D7715C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407E5-27E8-C144-C924-F888083A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7439-5E6B-687A-4334-0DC8AC1F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99B9-4882-A26A-C97A-CEA11081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4EC69-AC00-2822-709A-64D3DF36B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8645B-472D-4674-755B-5E0A8F00A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172B-1629-266E-AC56-BAF8EE5C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DC5AF-79A5-A6FE-8703-205296F5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31996-C358-9BD4-1F49-679588A9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1AF3-A509-3DA4-59A9-2B339BDB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5B1EC-B09A-69C0-479F-650EDF3F8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FE1B-2C2B-E528-9A00-559D93CC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1E0F-E55E-F5AE-E7DE-4BEDB433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E7022-C84F-2048-56FA-09073FB6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FC025-1038-4C0E-AD04-D917C344A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40B21-43FD-6C8F-8290-38B2E75D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8315C-AF98-6C49-7E32-F7CD4A66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4A7F-735D-43AA-7DC1-E485D238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94E6E-CD43-831F-AD6C-68DA35B4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0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32C8C-C886-0642-D3DF-9C0C64B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65AE-B8BE-8839-F954-3E813BF75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4D0F-7CBB-D38F-3489-8CC324BA8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4BF30-E9C5-46A7-B1AA-282F094717C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EBEC8-3698-31AF-3AF9-7390AFAD0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8E63-DC02-2781-76BC-0BF92945C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072245-898C-45C4-C539-C63D6FAF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Strata OS Sprint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541F9-A84F-3519-1895-6E216EA9D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 fontScale="55000" lnSpcReduction="20000"/>
          </a:bodyPr>
          <a:lstStyle/>
          <a:p>
            <a:r>
              <a:rPr lang="en-US">
                <a:solidFill>
                  <a:schemeClr val="tx2"/>
                </a:solidFill>
              </a:rPr>
              <a:t>CS 495</a:t>
            </a:r>
          </a:p>
          <a:p>
            <a:r>
              <a:rPr lang="en-US">
                <a:solidFill>
                  <a:schemeClr val="tx2"/>
                </a:solidFill>
              </a:rPr>
              <a:t>Caleb Erickson, Brett Waldvogel, Donald </a:t>
            </a:r>
            <a:r>
              <a:rPr lang="en-US" err="1">
                <a:solidFill>
                  <a:schemeClr val="tx2"/>
                </a:solidFill>
              </a:rPr>
              <a:t>Chanthirath</a:t>
            </a:r>
            <a:r>
              <a:rPr lang="en-US">
                <a:solidFill>
                  <a:schemeClr val="tx2"/>
                </a:solidFill>
              </a:rPr>
              <a:t>, Josh Keane, Daniel Igbokwe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055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3D334-6B27-1459-A1DB-ACE9DBE4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Project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3A8D-13EB-78E0-5C86-25BEBC7B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Data driven dashboard for Strata Capital</a:t>
            </a:r>
          </a:p>
          <a:p>
            <a:r>
              <a:rPr lang="en-US" sz="1700"/>
              <a:t>Turn fragmented, siloes spreadsheets into unified source of truth</a:t>
            </a:r>
          </a:p>
          <a:p>
            <a:r>
              <a:rPr lang="en-US" sz="1700"/>
              <a:t>Create interactive visuals for</a:t>
            </a:r>
          </a:p>
          <a:p>
            <a:pPr lvl="1"/>
            <a:r>
              <a:rPr lang="en-US" sz="1700"/>
              <a:t>Cash flow</a:t>
            </a:r>
          </a:p>
          <a:p>
            <a:pPr lvl="1"/>
            <a:r>
              <a:rPr lang="en-US" sz="1700"/>
              <a:t>Project performance</a:t>
            </a:r>
          </a:p>
          <a:p>
            <a:pPr lvl="1"/>
            <a:r>
              <a:rPr lang="en-US" sz="1700"/>
              <a:t>Forecasts</a:t>
            </a:r>
          </a:p>
          <a:p>
            <a:r>
              <a:rPr lang="en-US" sz="1700"/>
              <a:t>Deliver simple executive scoreboard to track business health</a:t>
            </a:r>
          </a:p>
          <a:p>
            <a:r>
              <a:rPr lang="en-US" sz="1700"/>
              <a:t>Integrate AI to ask questions about dashboard data in natural language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1C604C0-328E-38F7-F1CA-BB3BE17B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87" r="250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8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CAC5-0A8A-D0EF-72F9-1B2D6D8C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Sprint Priorities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C85C24AA-35D0-7664-D6DE-B4743DAA4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DC2C1-1949-9348-5D0C-2B139410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Phase 1 of sponsor's three phase plan</a:t>
            </a:r>
          </a:p>
          <a:p>
            <a:r>
              <a:rPr lang="en-US" sz="1800">
                <a:solidFill>
                  <a:schemeClr val="tx2"/>
                </a:solidFill>
              </a:rPr>
              <a:t>Clean and organize data</a:t>
            </a:r>
          </a:p>
          <a:p>
            <a:r>
              <a:rPr lang="en-US" sz="1800">
                <a:solidFill>
                  <a:schemeClr val="tx2"/>
                </a:solidFill>
              </a:rPr>
              <a:t>Propose overarching structure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</a:rPr>
              <a:t>Database 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</a:rPr>
              <a:t>Deployment architecture for web application</a:t>
            </a:r>
          </a:p>
          <a:p>
            <a:r>
              <a:rPr lang="en-US" sz="1800">
                <a:solidFill>
                  <a:schemeClr val="tx2"/>
                </a:solidFill>
              </a:rPr>
              <a:t>Build project website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158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07B8C-E702-54B4-FDCC-6410CCD1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Sprint Achievements and Sponsor Feedback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5EE4-1AF7-BB09-8748-6AAF7C21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Turned 11 unorganized, difficult to read spreadsheets into one universal spreadsheet</a:t>
            </a:r>
          </a:p>
          <a:p>
            <a:r>
              <a:rPr lang="en-US" sz="1800">
                <a:solidFill>
                  <a:schemeClr val="tx2"/>
                </a:solidFill>
              </a:rPr>
              <a:t>Project website functional</a:t>
            </a:r>
          </a:p>
          <a:p>
            <a:r>
              <a:rPr lang="en-US" sz="1800">
                <a:solidFill>
                  <a:schemeClr val="tx2"/>
                </a:solidFill>
              </a:rPr>
              <a:t>Preliminary prototype deployed ahead of schedule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Sponsor did not expect until Sprint 2</a:t>
            </a:r>
          </a:p>
          <a:p>
            <a:r>
              <a:rPr lang="en-US" sz="1800">
                <a:solidFill>
                  <a:schemeClr val="tx2"/>
                </a:solidFill>
              </a:rPr>
              <a:t>Sponsor reiterates desire for finding best fit LLM + RAG framework for dashboard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84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C910-2251-74D8-5308-E3539654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Cyber Feedback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8521FB-FE8A-5D28-F4CB-9C793A753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7293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13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80EA2F-81C2-475A-115E-FDF239B8B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FF4AB-8584-6B77-48CD-472A0BEB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Sprint 2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409AE6-BF31-CF71-13B8-1E1EB8163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7009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920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ED84C-8114-165C-34A2-4050344D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Brett's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8323-8C95-05DE-1FCA-62557336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Used Pandas to make Python scripts to clean and organize spreadsheets</a:t>
            </a:r>
          </a:p>
          <a:p>
            <a:r>
              <a:rPr lang="en-US" sz="2400"/>
              <a:t>"Consolidated Dashboard" sheet includes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Table of Contents, with descriptions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Each old file is broken down by category and given its own workbook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Tables are sortable, filterable, and now have proper column titles.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55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FA17A-AA9C-072F-574B-DC6A4F57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Caleb’s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33D2-BD6F-E65C-821C-81EE296F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900"/>
              <a:t>Development of project page website to show deliverables, documentation, and goals</a:t>
            </a:r>
          </a:p>
          <a:p>
            <a:pPr lvl="1"/>
            <a:r>
              <a:rPr lang="en-US" sz="1900" err="1"/>
              <a:t>Vercel</a:t>
            </a:r>
            <a:r>
              <a:rPr lang="en-US" sz="1900"/>
              <a:t> hosting with built in CI/CD</a:t>
            </a:r>
          </a:p>
          <a:p>
            <a:pPr lvl="1"/>
            <a:r>
              <a:rPr lang="en-US" sz="1900"/>
              <a:t>React frontend</a:t>
            </a:r>
          </a:p>
          <a:p>
            <a:r>
              <a:rPr lang="en-US" sz="1900"/>
              <a:t>Deployment of web application</a:t>
            </a:r>
          </a:p>
          <a:p>
            <a:pPr lvl="1"/>
            <a:r>
              <a:rPr lang="en-US" sz="1900"/>
              <a:t>Google Cloud virtual machine</a:t>
            </a:r>
          </a:p>
          <a:p>
            <a:pPr lvl="1"/>
            <a:r>
              <a:rPr lang="en-US" sz="1900"/>
              <a:t>Docker containerization</a:t>
            </a:r>
          </a:p>
          <a:p>
            <a:pPr lvl="1"/>
            <a:r>
              <a:rPr lang="en-US" sz="1900"/>
              <a:t>Nginx reverse proxy</a:t>
            </a:r>
          </a:p>
          <a:p>
            <a:pPr lvl="1"/>
            <a:r>
              <a:rPr lang="en-US" sz="1900"/>
              <a:t>SSH access control</a:t>
            </a:r>
          </a:p>
          <a:p>
            <a:pPr lvl="1"/>
            <a:r>
              <a:rPr lang="en-US" sz="1900"/>
              <a:t>Firewall to control inbound / outbound traffic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00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2E038-3F80-6289-33DC-03541938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Josh’s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0E7A-2F9E-CFE8-E2AF-CC549992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Python scripts for data processing</a:t>
            </a:r>
          </a:p>
          <a:p>
            <a:r>
              <a:rPr lang="en-US" sz="2000"/>
              <a:t>Python based web interface development</a:t>
            </a:r>
          </a:p>
          <a:p>
            <a:pPr lvl="1"/>
            <a:r>
              <a:rPr lang="en-US" sz="2000"/>
              <a:t>Dashboard app initial protype</a:t>
            </a:r>
          </a:p>
          <a:p>
            <a:pPr lvl="1"/>
            <a:r>
              <a:rPr lang="en-US" sz="2000" err="1"/>
              <a:t>Plotly</a:t>
            </a:r>
            <a:r>
              <a:rPr lang="en-US" sz="2000"/>
              <a:t> for visualization</a:t>
            </a:r>
          </a:p>
          <a:p>
            <a:pPr lvl="1"/>
            <a:r>
              <a:rPr lang="en-US" sz="2000"/>
              <a:t>Setup documentation</a:t>
            </a:r>
          </a:p>
          <a:p>
            <a:r>
              <a:rPr lang="en-US" sz="2000"/>
              <a:t>Project page team member information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11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932D-426F-6539-6914-96E7ADD5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A24E29-AF9A-DC1F-93B9-D24607653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6675E5-E231-9738-C5AF-A7BA2BD4D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58B382-699D-A61B-5614-8653558A7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51F5B8-4EC2-314F-F9C2-1D4A242BC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80681D-8A1B-27D2-B77A-3D26C8FBE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65AD56E-969B-60C3-6680-DB701B8CF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62660-7EC6-B7C3-F0C2-7D96569F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Donald’s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CA51-BDFE-956D-653C-39A5F7862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Prototyped SQL database</a:t>
            </a:r>
          </a:p>
          <a:p>
            <a:pPr lvl="1"/>
            <a:r>
              <a:rPr lang="en-US"/>
              <a:t>Designed schema</a:t>
            </a:r>
          </a:p>
          <a:p>
            <a:r>
              <a:rPr lang="en-US" sz="2400"/>
              <a:t>Cleaned Excel data and converted to CSVs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B9223F-F6A5-5050-8BD1-BE3841029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64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5F5C6-5937-3804-582C-3AE011A3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A56B1A-756A-A795-9AC2-D0C0C38B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462EF3-BC94-23E8-22D5-CBFC2151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9599AD-AFAD-4D71-AFE8-9ECCA6CD0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B34CDF-AEFC-8E31-25F9-B8A30FE2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1DC280-381E-DD81-A556-B4BC2D743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6D7CF38-5DE3-4F1A-3C40-D26159093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4B9D0-D1C1-1B49-9799-903E66E6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Daniel’s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19A2E-658A-5F46-267F-2C5C4A5B0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Data processing scripts</a:t>
            </a:r>
          </a:p>
          <a:p>
            <a:r>
              <a:rPr lang="en-US" sz="2000"/>
              <a:t>Project page team member information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C7FAD-57F6-5D4D-12C8-92DF5A3A7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95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95605-3038-1032-95F7-3F5ED2D6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89F5-3912-29EE-9ADA-779E216DA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400"/>
              <a:t>Integrated AI directly into IDE</a:t>
            </a:r>
          </a:p>
          <a:p>
            <a:pPr lvl="1"/>
            <a:r>
              <a:rPr lang="en-US" sz="1400"/>
              <a:t>Cursor / VSCode with CoPilot</a:t>
            </a:r>
          </a:p>
          <a:p>
            <a:pPr lvl="1"/>
            <a:r>
              <a:rPr lang="en-US" sz="1400"/>
              <a:t>Code explanations for onboarding / pull request explanations</a:t>
            </a:r>
          </a:p>
          <a:p>
            <a:pPr lvl="1"/>
            <a:r>
              <a:rPr lang="en-US" sz="1400"/>
              <a:t>Boilerplate code and syntax issues (ex. Docker compose files)</a:t>
            </a:r>
          </a:p>
          <a:p>
            <a:pPr lvl="1"/>
            <a:r>
              <a:rPr lang="en-US" sz="1400"/>
              <a:t>Documentation</a:t>
            </a:r>
          </a:p>
          <a:p>
            <a:pPr lvl="1"/>
            <a:r>
              <a:rPr lang="en-US" sz="1400"/>
              <a:t>All code + documentation is manually reviewed by developers for operational correctness</a:t>
            </a:r>
          </a:p>
          <a:p>
            <a:r>
              <a:rPr lang="en-US" sz="1400"/>
              <a:t>Document summarization</a:t>
            </a:r>
          </a:p>
          <a:p>
            <a:pPr lvl="1"/>
            <a:r>
              <a:rPr lang="en-US" sz="1400"/>
              <a:t>No confidential or proprietary information is entered into LLM tools</a:t>
            </a:r>
          </a:p>
          <a:p>
            <a:pPr lvl="1"/>
            <a:r>
              <a:rPr lang="en-US" sz="1400"/>
              <a:t>Cleared with client first</a:t>
            </a:r>
          </a:p>
          <a:p>
            <a:r>
              <a:rPr lang="en-US" sz="1400"/>
              <a:t>Idea generation when applicable</a:t>
            </a:r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0C061FB2-9FD1-5C6E-41F6-32EB84A5E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17" r="1184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0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15EC-07C3-37D7-A2D4-229525C0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CA8B29-F560-C693-4C84-7E72720D2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1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819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26901-0D0D-1DD1-24F3-378FCED8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300" y="1562669"/>
            <a:ext cx="3389515" cy="2380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 Questions?</a:t>
            </a:r>
          </a:p>
        </p:txBody>
      </p:sp>
      <p:pic>
        <p:nvPicPr>
          <p:cNvPr id="19" name="Picture 18" descr="Yellow and blue symbols">
            <a:extLst>
              <a:ext uri="{FF2B5EF4-FFF2-40B4-BE49-F238E27FC236}">
                <a16:creationId xmlns:a16="http://schemas.microsoft.com/office/drawing/2014/main" id="{85F11F4C-8382-F05D-AFC7-BA587D8A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8" r="9804" b="1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794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Strata OS Sprint 1</vt:lpstr>
      <vt:lpstr>Project Focus</vt:lpstr>
      <vt:lpstr>Sprint Priorities</vt:lpstr>
      <vt:lpstr>Sprint Achievements and Sponsor Feedback</vt:lpstr>
      <vt:lpstr>Cyber Feedback</vt:lpstr>
      <vt:lpstr>Sprint 2 Goals</vt:lpstr>
      <vt:lpstr>Brett's Contribution</vt:lpstr>
      <vt:lpstr>Caleb’s Contribution</vt:lpstr>
      <vt:lpstr>Josh’s Contribution</vt:lpstr>
      <vt:lpstr>Donald’s Contribution</vt:lpstr>
      <vt:lpstr>Daniel’s Contribution</vt:lpstr>
      <vt:lpstr>AI Usage</vt:lpstr>
      <vt:lpstr>Demo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Erickson</dc:creator>
  <cp:revision>1</cp:revision>
  <dcterms:created xsi:type="dcterms:W3CDTF">2026-02-17T20:40:00Z</dcterms:created>
  <dcterms:modified xsi:type="dcterms:W3CDTF">2026-02-24T18:54:27Z</dcterms:modified>
</cp:coreProperties>
</file>