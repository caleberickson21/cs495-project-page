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" name="Brett Waldvogel"/>
  <p:cmAuthor clrIdx="1" id="1" initials="" lastIdx="2" name="Josh Keane"/>
  <p:cmAuthor clrIdx="2" id="2" initials="" lastIdx="1" name="Donald Chanthirath"/>
  <p:cmAuthor clrIdx="3" id="3" initials="" lastIdx="2" name="Caleb Erickson"/>
  <p:cmAuthor clrIdx="4" id="4" initials="" lastIdx="1" name="Daniel Igbokwe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1-22T18:58:01.590">
    <p:pos x="6000" y="0"/>
    <p:text>Mine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1-22T18:58:15.533">
    <p:pos x="6000" y="0"/>
    <p:text>Mine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1" dt="2026-01-21T22:26:55.328">
    <p:pos x="6000" y="0"/>
    <p:text>Presenting this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1" idx="2" dt="2026-01-21T22:42:29.166">
    <p:pos x="6000" y="0"/>
    <p:text>Presenting this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2" idx="1" dt="2026-01-22T18:51:22.978">
    <p:pos x="6000" y="0"/>
    <p:text>Claimed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3" idx="1" dt="2026-01-22T17:04:42.865">
    <p:pos x="6000" y="0"/>
    <p:text>Presenting this. Could put this information in Technical Details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3" idx="2" dt="2026-01-22T17:05:28.181">
    <p:pos x="6000" y="0"/>
    <p:text>Presenting this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4" idx="1" dt="2026-01-22T19:10:57.217">
    <p:pos x="196" y="725"/>
    <p:text>Me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a1740c14d_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a1740c14d_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to create are an organized database, an executive dashboard, and a chatbot that can respond to voice. This will be built as a webapp.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a2645280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a2645280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to create are an organized database, an executive dashboard, and a chatbot that can respond to voice. This will be built as a webapp.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94444a56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94444a56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 to create are an organized database, an executive dashboard, and a chatbot that can respond to voice. This will be built as a webapp.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9c3c2142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9c3c2142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94444a56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94444a56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b94444a56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b94444a56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CALEB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94444a566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94444a566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CALEB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b94444a566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b94444a566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1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2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3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4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5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6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7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Strata OS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Brett Waldvogel, Daniel Igbokwe, Josh Keane,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Donald Chanthirath, Caleb Erickson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Motivation</a:t>
            </a:r>
            <a:endParaRPr b="1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6334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Sponsor Stated Goals</a:t>
            </a:r>
            <a:endParaRPr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◆"/>
            </a:pPr>
            <a:r>
              <a:rPr lang="en"/>
              <a:t>“shape a real system used for real business decisions”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“Build a clean, standardized, and scalable Operating System for Strata Capital Group that supports financial clarity, project execution, and real-time decision making”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Key Ideas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Enhanced data awareness for making business decisions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LLM integration enables users to stay on top of data trends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General Motivation</a:t>
            </a:r>
            <a:endParaRPr b="1"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6334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Users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C-Suite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Assistants performing data entry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Implications of User Base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Product must be easy to teach/learn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Product must prevent users accidentally changing database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Core Features</a:t>
            </a:r>
            <a:endParaRPr b="1"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63349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"/>
              <a:t>Informative Dashboard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"/>
              <a:t>Organized Inventory of Google Sheets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Displays each sheet in one area, and basic information about each sheet</a:t>
            </a:r>
            <a:endParaRPr/>
          </a:p>
          <a:p>
            <a:pPr indent="-304164" lvl="3" marL="1828800" rtl="0" algn="l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/>
              <a:t>Title, brief description of contents, common statistics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Checks for duplicate entries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Weekly verification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"/>
              <a:t>Project progress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"/>
              <a:t>Vendors &amp; materials tracking</a:t>
            </a:r>
            <a:br>
              <a:rPr lang="en"/>
            </a:b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➔"/>
            </a:pPr>
            <a:r>
              <a:rPr lang="en"/>
              <a:t>Executive “Scoreboard”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"/>
              <a:t>Shows if Strata is winning or losing in under 5 seconds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"/>
              <a:t>Lag measures (Results)</a:t>
            </a:r>
            <a:endParaRPr/>
          </a:p>
          <a:p>
            <a:pPr indent="-304164" lvl="2" marL="13716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Cash Floor vs Goal (100k)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"/>
              <a:t>Lead measures (Predictors)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"/>
              <a:t>150-Day Revenue Forecast</a:t>
            </a:r>
            <a:endParaRPr/>
          </a:p>
          <a:p>
            <a:pPr indent="-304165" lvl="1" marL="914400" rtl="0" algn="l">
              <a:spcBef>
                <a:spcPts val="0"/>
              </a:spcBef>
              <a:spcAft>
                <a:spcPts val="0"/>
              </a:spcAft>
              <a:buSzPct val="100000"/>
              <a:buChar char="◆"/>
            </a:pPr>
            <a:r>
              <a:rPr lang="en"/>
              <a:t>Portfolio profit estimate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Core Features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NotebookLM Prompts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Request statistics or inferences about data in plain English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Voice-enabled (low priority)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Technical</a:t>
            </a:r>
            <a:r>
              <a:rPr b="1" lang="en"/>
              <a:t> Details</a:t>
            </a:r>
            <a:endParaRPr b="1"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2"/>
              <a:buNone/>
            </a:pPr>
            <a:r>
              <a:t/>
            </a:r>
            <a:endParaRPr sz="813">
              <a:solidFill>
                <a:srgbClr val="262626"/>
              </a:solidFill>
              <a:highlight>
                <a:schemeClr val="dk1"/>
              </a:highlight>
            </a:endParaRPr>
          </a:p>
          <a:p>
            <a:pPr indent="-3171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➔"/>
            </a:pPr>
            <a:r>
              <a:rPr lang="en" sz="1395"/>
              <a:t>Google Workspace</a:t>
            </a:r>
            <a:endParaRPr sz="1395"/>
          </a:p>
          <a:p>
            <a:pPr indent="-3171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◆"/>
            </a:pPr>
            <a:r>
              <a:rPr lang="en" sz="1395"/>
              <a:t>Looker Studio</a:t>
            </a:r>
            <a:endParaRPr sz="1395"/>
          </a:p>
          <a:p>
            <a:pPr indent="-3171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Data visualization of business analytics</a:t>
            </a:r>
            <a:endParaRPr sz="1395"/>
          </a:p>
          <a:p>
            <a:pPr indent="-3171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◆"/>
            </a:pPr>
            <a:r>
              <a:rPr lang="en" sz="1395"/>
              <a:t>Workspace Studio</a:t>
            </a:r>
            <a:endParaRPr sz="1395"/>
          </a:p>
          <a:p>
            <a:pPr indent="-3171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Automation of workflows in the google environment</a:t>
            </a:r>
            <a:endParaRPr sz="1395"/>
          </a:p>
          <a:p>
            <a:pPr indent="-3171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◆"/>
            </a:pPr>
            <a:r>
              <a:rPr lang="en" sz="1395"/>
              <a:t>AppSheet </a:t>
            </a:r>
            <a:endParaRPr sz="1395"/>
          </a:p>
          <a:p>
            <a:pPr indent="-3171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First-part integration with sheets</a:t>
            </a:r>
            <a:endParaRPr sz="1395"/>
          </a:p>
          <a:p>
            <a:pPr indent="-3171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➔"/>
            </a:pPr>
            <a:r>
              <a:rPr lang="en" sz="1395"/>
              <a:t>LLM Choices</a:t>
            </a:r>
            <a:endParaRPr sz="1395"/>
          </a:p>
          <a:p>
            <a:pPr indent="-3171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◆"/>
            </a:pPr>
            <a:r>
              <a:rPr lang="en" sz="1395"/>
              <a:t>Claude</a:t>
            </a:r>
            <a:endParaRPr sz="1395"/>
          </a:p>
          <a:p>
            <a:pPr indent="-3171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To analyze data on dashboards to answer general questions</a:t>
            </a:r>
            <a:endParaRPr sz="1395"/>
          </a:p>
          <a:p>
            <a:pPr indent="-3171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Pay as you go model</a:t>
            </a:r>
            <a:endParaRPr sz="1395"/>
          </a:p>
          <a:p>
            <a:pPr indent="-3171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◆"/>
            </a:pPr>
            <a:r>
              <a:rPr lang="en" sz="1395"/>
              <a:t>Gemini</a:t>
            </a:r>
            <a:endParaRPr sz="1395"/>
          </a:p>
          <a:p>
            <a:pPr indent="-317182" lvl="2" marL="13716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●"/>
            </a:pPr>
            <a:r>
              <a:rPr lang="en" sz="1395"/>
              <a:t>Free alternative</a:t>
            </a:r>
            <a:endParaRPr sz="1395"/>
          </a:p>
          <a:p>
            <a:pPr indent="-317182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➔"/>
            </a:pPr>
            <a:r>
              <a:rPr lang="en" sz="1395"/>
              <a:t>Github</a:t>
            </a:r>
            <a:endParaRPr sz="1395"/>
          </a:p>
          <a:p>
            <a:pPr indent="-317182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395"/>
              <a:buChar char="◆"/>
            </a:pPr>
            <a:r>
              <a:rPr lang="en" sz="1395"/>
              <a:t>Version control</a:t>
            </a:r>
            <a:endParaRPr sz="1395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Initial Thoughts</a:t>
            </a:r>
            <a:endParaRPr b="1"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22574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Python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Data </a:t>
            </a:r>
            <a:r>
              <a:rPr lang="en"/>
              <a:t>analysis</a:t>
            </a:r>
            <a:r>
              <a:rPr lang="en"/>
              <a:t> libraries (Pandas, Scikit-Learn, NumPy)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Large ecosystem for connecting to databases, APIs, and spreadsheets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Great for visualizing data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Google Workspace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Build custom automation + dashboard software inside Google ecosystem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Integrate cleanly with Google Sheets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Javascript based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Custom Web Dashboard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Fallback in case Google Workspace environment doesn’t work out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Javascript frontend (React.js / Next.js)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Python backend (FastAPI / Django)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Related Apps</a:t>
            </a:r>
            <a:endParaRPr b="1"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28600" lvl="0" marL="457200" rtl="0" algn="l"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50"/>
              <a:buNone/>
            </a:pPr>
            <a:r>
              <a:t/>
            </a:r>
            <a:endParaRPr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Google Looker Studio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Web based dashboards that pull from Google Sheets + BigQuery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Microsoft Power BI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Dashboards with real time analytics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Integrate well with Excel and Microsoft 365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Tableau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Data visualization for complex data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◆"/>
            </a:pPr>
            <a:r>
              <a:rPr lang="en"/>
              <a:t>Highly interactive and customizable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Priority Challenges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262626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Identifying what sheets control each metric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Standardizing data across different sheets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Designing a system for weekly usability and consistency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Translating raw data into decision metrics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➔"/>
            </a:pPr>
            <a:r>
              <a:rPr lang="en"/>
              <a:t>Translating analysis into clear visual recommendations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